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83" r:id="rId3"/>
    <p:sldId id="282" r:id="rId4"/>
    <p:sldId id="261" r:id="rId5"/>
    <p:sldId id="262" r:id="rId6"/>
    <p:sldId id="271" r:id="rId7"/>
    <p:sldId id="268" r:id="rId8"/>
    <p:sldId id="269" r:id="rId9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  <a:srgbClr val="D1ECFF"/>
    <a:srgbClr val="B6AB8E"/>
    <a:srgbClr val="111212"/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22" autoAdjust="0"/>
  </p:normalViewPr>
  <p:slideViewPr>
    <p:cSldViewPr>
      <p:cViewPr varScale="1">
        <p:scale>
          <a:sx n="39" d="100"/>
          <a:sy n="39" d="100"/>
        </p:scale>
        <p:origin x="902" y="82"/>
      </p:cViewPr>
      <p:guideLst>
        <p:guide orient="horz" pos="215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규태 김" userId="31d48ecdf4f8cb9b" providerId="LiveId" clId="{724F0F1C-3905-45A1-9FD1-58DC870C9D13}"/>
    <pc:docChg chg="undo redo custSel addSld delSld modSld sldOrd">
      <pc:chgData name="규태 김" userId="31d48ecdf4f8cb9b" providerId="LiveId" clId="{724F0F1C-3905-45A1-9FD1-58DC870C9D13}" dt="2025-11-21T20:36:49.686" v="6504"/>
      <pc:docMkLst>
        <pc:docMk/>
      </pc:docMkLst>
      <pc:sldChg chg="modSp mod">
        <pc:chgData name="규태 김" userId="31d48ecdf4f8cb9b" providerId="LiveId" clId="{724F0F1C-3905-45A1-9FD1-58DC870C9D13}" dt="2025-11-21T20:14:24.203" v="6235" actId="20577"/>
        <pc:sldMkLst>
          <pc:docMk/>
          <pc:sldMk cId="0" sldId="256"/>
        </pc:sldMkLst>
        <pc:spChg chg="mod">
          <ac:chgData name="규태 김" userId="31d48ecdf4f8cb9b" providerId="LiveId" clId="{724F0F1C-3905-45A1-9FD1-58DC870C9D13}" dt="2025-11-21T20:14:24.203" v="6235" actId="20577"/>
          <ac:spMkLst>
            <pc:docMk/>
            <pc:sldMk cId="0" sldId="256"/>
            <ac:spMk id="10" creationId="{00000000-0000-0000-0000-000000000000}"/>
          </ac:spMkLst>
        </pc:spChg>
      </pc:sldChg>
      <pc:sldChg chg="delSp modSp del mod">
        <pc:chgData name="규태 김" userId="31d48ecdf4f8cb9b" providerId="LiveId" clId="{724F0F1C-3905-45A1-9FD1-58DC870C9D13}" dt="2025-11-21T20:14:28.765" v="6236" actId="47"/>
        <pc:sldMkLst>
          <pc:docMk/>
          <pc:sldMk cId="0" sldId="257"/>
        </pc:sldMkLst>
      </pc:sldChg>
      <pc:sldChg chg="addSp delSp modSp add del mod setBg">
        <pc:chgData name="규태 김" userId="31d48ecdf4f8cb9b" providerId="LiveId" clId="{724F0F1C-3905-45A1-9FD1-58DC870C9D13}" dt="2025-11-21T20:35:51.510" v="6480"/>
        <pc:sldMkLst>
          <pc:docMk/>
          <pc:sldMk cId="0" sldId="261"/>
        </pc:sldMkLst>
        <pc:spChg chg="mod">
          <ac:chgData name="규태 김" userId="31d48ecdf4f8cb9b" providerId="LiveId" clId="{724F0F1C-3905-45A1-9FD1-58DC870C9D13}" dt="2025-11-21T20:35:51.510" v="6480"/>
          <ac:spMkLst>
            <pc:docMk/>
            <pc:sldMk cId="0" sldId="261"/>
            <ac:spMk id="10" creationId="{00000000-0000-0000-0000-000000000000}"/>
          </ac:spMkLst>
        </pc:spChg>
        <pc:picChg chg="add mod modCrop">
          <ac:chgData name="규태 김" userId="31d48ecdf4f8cb9b" providerId="LiveId" clId="{724F0F1C-3905-45A1-9FD1-58DC870C9D13}" dt="2025-11-21T20:27:25.558" v="6351" actId="732"/>
          <ac:picMkLst>
            <pc:docMk/>
            <pc:sldMk cId="0" sldId="261"/>
            <ac:picMk id="5" creationId="{8ABA711B-9D6F-AC30-3DE6-3E1AA764C6D8}"/>
          </ac:picMkLst>
        </pc:picChg>
        <pc:picChg chg="add del mod modCrop">
          <ac:chgData name="규태 김" userId="31d48ecdf4f8cb9b" providerId="LiveId" clId="{724F0F1C-3905-45A1-9FD1-58DC870C9D13}" dt="2025-11-21T20:26:50.677" v="6344" actId="478"/>
          <ac:picMkLst>
            <pc:docMk/>
            <pc:sldMk cId="0" sldId="261"/>
            <ac:picMk id="17" creationId="{7CFA055E-DA90-45A0-C119-52A1944A3CF9}"/>
          </ac:picMkLst>
        </pc:picChg>
        <pc:picChg chg="add del mod">
          <ac:chgData name="규태 김" userId="31d48ecdf4f8cb9b" providerId="LiveId" clId="{724F0F1C-3905-45A1-9FD1-58DC870C9D13}" dt="2025-11-07T14:51:01.457" v="5853" actId="1076"/>
          <ac:picMkLst>
            <pc:docMk/>
            <pc:sldMk cId="0" sldId="261"/>
            <ac:picMk id="18" creationId="{BD015217-92A5-8FBE-2029-26165D642F11}"/>
          </ac:picMkLst>
        </pc:picChg>
        <pc:picChg chg="add del mod">
          <ac:chgData name="규태 김" userId="31d48ecdf4f8cb9b" providerId="LiveId" clId="{724F0F1C-3905-45A1-9FD1-58DC870C9D13}" dt="2025-11-07T14:51:36.560" v="5921" actId="14100"/>
          <ac:picMkLst>
            <pc:docMk/>
            <pc:sldMk cId="0" sldId="261"/>
            <ac:picMk id="19" creationId="{0D17124D-7D6B-69E0-A8A1-269285C00F8A}"/>
          </ac:picMkLst>
        </pc:picChg>
        <pc:picChg chg="add del mod">
          <ac:chgData name="규태 김" userId="31d48ecdf4f8cb9b" providerId="LiveId" clId="{724F0F1C-3905-45A1-9FD1-58DC870C9D13}" dt="2025-11-07T14:52:08.009" v="6006" actId="14100"/>
          <ac:picMkLst>
            <pc:docMk/>
            <pc:sldMk cId="0" sldId="261"/>
            <ac:picMk id="20" creationId="{C6A4FDF6-5934-A7B3-5368-93B9D05E1DD8}"/>
          </ac:picMkLst>
        </pc:picChg>
        <pc:picChg chg="add del mod">
          <ac:chgData name="규태 김" userId="31d48ecdf4f8cb9b" providerId="LiveId" clId="{724F0F1C-3905-45A1-9FD1-58DC870C9D13}" dt="2025-11-07T14:51:58.524" v="6005" actId="1037"/>
          <ac:picMkLst>
            <pc:docMk/>
            <pc:sldMk cId="0" sldId="261"/>
            <ac:picMk id="21" creationId="{B1C45802-FF71-C6EE-5135-2837775B92FA}"/>
          </ac:picMkLst>
        </pc:picChg>
        <pc:picChg chg="add del mod">
          <ac:chgData name="규태 김" userId="31d48ecdf4f8cb9b" providerId="LiveId" clId="{724F0F1C-3905-45A1-9FD1-58DC870C9D13}" dt="2025-11-07T14:51:58.524" v="6005" actId="1037"/>
          <ac:picMkLst>
            <pc:docMk/>
            <pc:sldMk cId="0" sldId="261"/>
            <ac:picMk id="22" creationId="{E3A1BDD5-672A-6338-0D2C-30123AD2A263}"/>
          </ac:picMkLst>
        </pc:picChg>
        <pc:picChg chg="add del mod">
          <ac:chgData name="규태 김" userId="31d48ecdf4f8cb9b" providerId="LiveId" clId="{724F0F1C-3905-45A1-9FD1-58DC870C9D13}" dt="2025-11-07T14:51:58.524" v="6005" actId="1037"/>
          <ac:picMkLst>
            <pc:docMk/>
            <pc:sldMk cId="0" sldId="261"/>
            <ac:picMk id="23" creationId="{29A77CAF-533B-3B33-A0A0-1960F65C829E}"/>
          </ac:picMkLst>
        </pc:picChg>
      </pc:sldChg>
      <pc:sldChg chg="addSp delSp modSp add del mod ord setBg">
        <pc:chgData name="규태 김" userId="31d48ecdf4f8cb9b" providerId="LiveId" clId="{724F0F1C-3905-45A1-9FD1-58DC870C9D13}" dt="2025-11-21T20:36:49.686" v="6504"/>
        <pc:sldMkLst>
          <pc:docMk/>
          <pc:sldMk cId="0" sldId="262"/>
        </pc:sldMkLst>
        <pc:spChg chg="mod">
          <ac:chgData name="규태 김" userId="31d48ecdf4f8cb9b" providerId="LiveId" clId="{724F0F1C-3905-45A1-9FD1-58DC870C9D13}" dt="2025-11-21T20:35:57.708" v="6482"/>
          <ac:spMkLst>
            <pc:docMk/>
            <pc:sldMk cId="0" sldId="262"/>
            <ac:spMk id="10" creationId="{00000000-0000-0000-0000-000000000000}"/>
          </ac:spMkLst>
        </pc:spChg>
        <pc:picChg chg="add mod modCrop">
          <ac:chgData name="규태 김" userId="31d48ecdf4f8cb9b" providerId="LiveId" clId="{724F0F1C-3905-45A1-9FD1-58DC870C9D13}" dt="2025-11-21T20:26:16.880" v="6343" actId="1036"/>
          <ac:picMkLst>
            <pc:docMk/>
            <pc:sldMk cId="0" sldId="262"/>
            <ac:picMk id="4" creationId="{16C0F0CF-D190-B1E6-3C23-07CE2B704DEF}"/>
          </ac:picMkLst>
        </pc:picChg>
        <pc:picChg chg="add mod">
          <ac:chgData name="규태 김" userId="31d48ecdf4f8cb9b" providerId="LiveId" clId="{724F0F1C-3905-45A1-9FD1-58DC870C9D13}" dt="2025-11-21T20:26:16.880" v="6343" actId="1036"/>
          <ac:picMkLst>
            <pc:docMk/>
            <pc:sldMk cId="0" sldId="262"/>
            <ac:picMk id="5" creationId="{4DD2AECA-6634-C9D9-DE5B-F4947A8B1E35}"/>
          </ac:picMkLst>
        </pc:picChg>
        <pc:picChg chg="add mod">
          <ac:chgData name="규태 김" userId="31d48ecdf4f8cb9b" providerId="LiveId" clId="{724F0F1C-3905-45A1-9FD1-58DC870C9D13}" dt="2025-11-21T20:26:16.880" v="6343" actId="1036"/>
          <ac:picMkLst>
            <pc:docMk/>
            <pc:sldMk cId="0" sldId="262"/>
            <ac:picMk id="6" creationId="{A282DEF0-4447-AD66-4150-3F8C01543488}"/>
          </ac:picMkLst>
        </pc:picChg>
        <pc:picChg chg="add mod">
          <ac:chgData name="규태 김" userId="31d48ecdf4f8cb9b" providerId="LiveId" clId="{724F0F1C-3905-45A1-9FD1-58DC870C9D13}" dt="2025-11-21T20:26:16.880" v="6343" actId="1036"/>
          <ac:picMkLst>
            <pc:docMk/>
            <pc:sldMk cId="0" sldId="262"/>
            <ac:picMk id="7" creationId="{58AD9324-D331-CC2E-0C85-3FD6E86F22CA}"/>
          </ac:picMkLst>
        </pc:picChg>
        <pc:picChg chg="add mod">
          <ac:chgData name="규태 김" userId="31d48ecdf4f8cb9b" providerId="LiveId" clId="{724F0F1C-3905-45A1-9FD1-58DC870C9D13}" dt="2025-11-21T20:26:16.880" v="6343" actId="1036"/>
          <ac:picMkLst>
            <pc:docMk/>
            <pc:sldMk cId="0" sldId="262"/>
            <ac:picMk id="8" creationId="{DB3E20B8-6532-E415-CDD9-DC3BAB7AC923}"/>
          </ac:picMkLst>
        </pc:picChg>
        <pc:picChg chg="add mod">
          <ac:chgData name="규태 김" userId="31d48ecdf4f8cb9b" providerId="LiveId" clId="{724F0F1C-3905-45A1-9FD1-58DC870C9D13}" dt="2025-11-21T20:26:16.880" v="6343" actId="1036"/>
          <ac:picMkLst>
            <pc:docMk/>
            <pc:sldMk cId="0" sldId="262"/>
            <ac:picMk id="9" creationId="{AB0E152A-CCDB-C75E-8184-0A8B7A92F75D}"/>
          </ac:picMkLst>
        </pc:picChg>
        <pc:picChg chg="add mod modCrop">
          <ac:chgData name="규태 김" userId="31d48ecdf4f8cb9b" providerId="LiveId" clId="{724F0F1C-3905-45A1-9FD1-58DC870C9D13}" dt="2025-11-21T20:26:16.880" v="6343" actId="1036"/>
          <ac:picMkLst>
            <pc:docMk/>
            <pc:sldMk cId="0" sldId="262"/>
            <ac:picMk id="12" creationId="{92FEC9E8-BD73-4082-766C-D71A1BA17E14}"/>
          </ac:picMkLst>
        </pc:picChg>
        <pc:picChg chg="add del mod modCrop">
          <ac:chgData name="규태 김" userId="31d48ecdf4f8cb9b" providerId="LiveId" clId="{724F0F1C-3905-45A1-9FD1-58DC870C9D13}" dt="2025-11-21T20:25:32.827" v="6325" actId="478"/>
          <ac:picMkLst>
            <pc:docMk/>
            <pc:sldMk cId="0" sldId="262"/>
            <ac:picMk id="14" creationId="{2F30742C-DBEF-3C78-DDF5-4A38280D05FA}"/>
          </ac:picMkLst>
        </pc:picChg>
      </pc:sldChg>
      <pc:sldChg chg="addSp delSp modSp add del mod setBg">
        <pc:chgData name="규태 김" userId="31d48ecdf4f8cb9b" providerId="LiveId" clId="{724F0F1C-3905-45A1-9FD1-58DC870C9D13}" dt="2025-11-21T20:36:03.049" v="6484"/>
        <pc:sldMkLst>
          <pc:docMk/>
          <pc:sldMk cId="175567888" sldId="271"/>
        </pc:sldMkLst>
        <pc:spChg chg="mod">
          <ac:chgData name="규태 김" userId="31d48ecdf4f8cb9b" providerId="LiveId" clId="{724F0F1C-3905-45A1-9FD1-58DC870C9D13}" dt="2025-11-21T20:36:03.049" v="6484"/>
          <ac:spMkLst>
            <pc:docMk/>
            <pc:sldMk cId="175567888" sldId="271"/>
            <ac:spMk id="10" creationId="{0689DE53-9896-2579-025A-AA7019556D36}"/>
          </ac:spMkLst>
        </pc:spChg>
        <pc:spChg chg="mod">
          <ac:chgData name="규태 김" userId="31d48ecdf4f8cb9b" providerId="LiveId" clId="{724F0F1C-3905-45A1-9FD1-58DC870C9D13}" dt="2025-11-07T14:52:33.241" v="6015" actId="20577"/>
          <ac:spMkLst>
            <pc:docMk/>
            <pc:sldMk cId="175567888" sldId="271"/>
            <ac:spMk id="18" creationId="{A362BBC9-75DA-6CC8-C653-51EB2240A522}"/>
          </ac:spMkLst>
        </pc:spChg>
        <pc:picChg chg="add mod">
          <ac:chgData name="규태 김" userId="31d48ecdf4f8cb9b" providerId="LiveId" clId="{724F0F1C-3905-45A1-9FD1-58DC870C9D13}" dt="2025-11-07T14:53:13.163" v="6026"/>
          <ac:picMkLst>
            <pc:docMk/>
            <pc:sldMk cId="175567888" sldId="271"/>
            <ac:picMk id="4" creationId="{7AB50E74-8EEA-A351-69C1-25AE1BF71DD0}"/>
          </ac:picMkLst>
        </pc:picChg>
        <pc:picChg chg="add mod">
          <ac:chgData name="규태 김" userId="31d48ecdf4f8cb9b" providerId="LiveId" clId="{724F0F1C-3905-45A1-9FD1-58DC870C9D13}" dt="2025-11-07T14:53:13.163" v="6026"/>
          <ac:picMkLst>
            <pc:docMk/>
            <pc:sldMk cId="175567888" sldId="271"/>
            <ac:picMk id="5" creationId="{13B0B839-9C0A-7EE3-9EDD-3797550C565B}"/>
          </ac:picMkLst>
        </pc:picChg>
        <pc:picChg chg="add mod">
          <ac:chgData name="규태 김" userId="31d48ecdf4f8cb9b" providerId="LiveId" clId="{724F0F1C-3905-45A1-9FD1-58DC870C9D13}" dt="2025-11-07T14:53:13.163" v="6026"/>
          <ac:picMkLst>
            <pc:docMk/>
            <pc:sldMk cId="175567888" sldId="271"/>
            <ac:picMk id="6" creationId="{F10EBE50-D921-652B-0309-2A6D5FF754E0}"/>
          </ac:picMkLst>
        </pc:picChg>
        <pc:picChg chg="add mod">
          <ac:chgData name="규태 김" userId="31d48ecdf4f8cb9b" providerId="LiveId" clId="{724F0F1C-3905-45A1-9FD1-58DC870C9D13}" dt="2025-11-07T14:53:13.163" v="6026"/>
          <ac:picMkLst>
            <pc:docMk/>
            <pc:sldMk cId="175567888" sldId="271"/>
            <ac:picMk id="7" creationId="{340A0439-4EBD-5CC8-D0FD-F5D48FE14E8C}"/>
          </ac:picMkLst>
        </pc:picChg>
        <pc:picChg chg="add mod">
          <ac:chgData name="규태 김" userId="31d48ecdf4f8cb9b" providerId="LiveId" clId="{724F0F1C-3905-45A1-9FD1-58DC870C9D13}" dt="2025-11-07T14:53:13.163" v="6026"/>
          <ac:picMkLst>
            <pc:docMk/>
            <pc:sldMk cId="175567888" sldId="271"/>
            <ac:picMk id="8" creationId="{274AA827-2A43-1062-6E24-62E0D4279076}"/>
          </ac:picMkLst>
        </pc:picChg>
        <pc:picChg chg="add mod">
          <ac:chgData name="규태 김" userId="31d48ecdf4f8cb9b" providerId="LiveId" clId="{724F0F1C-3905-45A1-9FD1-58DC870C9D13}" dt="2025-11-07T14:53:13.163" v="6026"/>
          <ac:picMkLst>
            <pc:docMk/>
            <pc:sldMk cId="175567888" sldId="271"/>
            <ac:picMk id="9" creationId="{43C51F25-7C54-6143-41A4-F0565E7A4164}"/>
          </ac:picMkLst>
        </pc:picChg>
        <pc:picChg chg="add mod modCrop">
          <ac:chgData name="규태 김" userId="31d48ecdf4f8cb9b" providerId="LiveId" clId="{724F0F1C-3905-45A1-9FD1-58DC870C9D13}" dt="2025-11-21T20:29:35.948" v="6359" actId="732"/>
          <ac:picMkLst>
            <pc:docMk/>
            <pc:sldMk cId="175567888" sldId="271"/>
            <ac:picMk id="12" creationId="{6803E1DB-A7CB-93C7-03F8-C151C3BFF3CC}"/>
          </ac:picMkLst>
        </pc:picChg>
        <pc:picChg chg="add del mod modCrop">
          <ac:chgData name="규태 김" userId="31d48ecdf4f8cb9b" providerId="LiveId" clId="{724F0F1C-3905-45A1-9FD1-58DC870C9D13}" dt="2025-11-21T20:27:53.064" v="6352" actId="478"/>
          <ac:picMkLst>
            <pc:docMk/>
            <pc:sldMk cId="175567888" sldId="271"/>
            <ac:picMk id="13" creationId="{597CABCF-4455-7736-DDA8-3D80540CC3CF}"/>
          </ac:picMkLst>
        </pc:picChg>
      </pc:sldChg>
      <pc:sldChg chg="addSp delSp modSp add mod modAnim">
        <pc:chgData name="규태 김" userId="31d48ecdf4f8cb9b" providerId="LiveId" clId="{724F0F1C-3905-45A1-9FD1-58DC870C9D13}" dt="2025-11-21T20:36:31.346" v="6500" actId="20577"/>
        <pc:sldMkLst>
          <pc:docMk/>
          <pc:sldMk cId="2433134542" sldId="282"/>
        </pc:sldMkLst>
        <pc:spChg chg="add del mod">
          <ac:chgData name="규태 김" userId="31d48ecdf4f8cb9b" providerId="LiveId" clId="{724F0F1C-3905-45A1-9FD1-58DC870C9D13}" dt="2025-11-21T20:32:50.038" v="6419" actId="1076"/>
          <ac:spMkLst>
            <pc:docMk/>
            <pc:sldMk cId="2433134542" sldId="282"/>
            <ac:spMk id="8" creationId="{8DEF3C86-C098-6718-8968-1EAA59C7A3E8}"/>
          </ac:spMkLst>
        </pc:spChg>
        <pc:spChg chg="mod">
          <ac:chgData name="규태 김" userId="31d48ecdf4f8cb9b" providerId="LiveId" clId="{724F0F1C-3905-45A1-9FD1-58DC870C9D13}" dt="2025-11-21T20:17:39.995" v="6324" actId="1036"/>
          <ac:spMkLst>
            <pc:docMk/>
            <pc:sldMk cId="2433134542" sldId="282"/>
            <ac:spMk id="9" creationId="{948E2043-D480-6E6A-FD5A-B67FD9C5840B}"/>
          </ac:spMkLst>
        </pc:spChg>
        <pc:spChg chg="mod">
          <ac:chgData name="규태 김" userId="31d48ecdf4f8cb9b" providerId="LiveId" clId="{724F0F1C-3905-45A1-9FD1-58DC870C9D13}" dt="2025-11-21T20:32:11.838" v="6405" actId="21"/>
          <ac:spMkLst>
            <pc:docMk/>
            <pc:sldMk cId="2433134542" sldId="282"/>
            <ac:spMk id="13" creationId="{5A9D5CBC-AEFF-DEFB-2FCB-439F8AE93CCA}"/>
          </ac:spMkLst>
        </pc:spChg>
        <pc:spChg chg="mod">
          <ac:chgData name="규태 김" userId="31d48ecdf4f8cb9b" providerId="LiveId" clId="{724F0F1C-3905-45A1-9FD1-58DC870C9D13}" dt="2025-11-21T20:36:16.462" v="6490" actId="20577"/>
          <ac:spMkLst>
            <pc:docMk/>
            <pc:sldMk cId="2433134542" sldId="282"/>
            <ac:spMk id="14" creationId="{BCD6AEFC-43EB-5A9E-D2A8-7E2716FC75CE}"/>
          </ac:spMkLst>
        </pc:spChg>
        <pc:spChg chg="mod">
          <ac:chgData name="규태 김" userId="31d48ecdf4f8cb9b" providerId="LiveId" clId="{724F0F1C-3905-45A1-9FD1-58DC870C9D13}" dt="2025-11-21T20:36:31.346" v="6500" actId="20577"/>
          <ac:spMkLst>
            <pc:docMk/>
            <pc:sldMk cId="2433134542" sldId="282"/>
            <ac:spMk id="15" creationId="{3FE0C5EC-A33F-F129-29F1-A45D3CD1FB67}"/>
          </ac:spMkLst>
        </pc:spChg>
        <pc:spChg chg="mod">
          <ac:chgData name="규태 김" userId="31d48ecdf4f8cb9b" providerId="LiveId" clId="{724F0F1C-3905-45A1-9FD1-58DC870C9D13}" dt="2025-11-21T20:30:30.473" v="6396"/>
          <ac:spMkLst>
            <pc:docMk/>
            <pc:sldMk cId="2433134542" sldId="282"/>
            <ac:spMk id="16" creationId="{A34C6D03-0388-6674-4089-9536F84DBFBA}"/>
          </ac:spMkLst>
        </pc:spChg>
        <pc:spChg chg="mod">
          <ac:chgData name="규태 김" userId="31d48ecdf4f8cb9b" providerId="LiveId" clId="{724F0F1C-3905-45A1-9FD1-58DC870C9D13}" dt="2025-11-21T20:35:45.164" v="6478" actId="21"/>
          <ac:spMkLst>
            <pc:docMk/>
            <pc:sldMk cId="2433134542" sldId="282"/>
            <ac:spMk id="18" creationId="{2240BF10-5C73-C0B3-DDE9-2C2892C07672}"/>
          </ac:spMkLst>
        </pc:spChg>
        <pc:spChg chg="mod">
          <ac:chgData name="규태 김" userId="31d48ecdf4f8cb9b" providerId="LiveId" clId="{724F0F1C-3905-45A1-9FD1-58DC870C9D13}" dt="2025-11-21T20:30:12.593" v="6394" actId="20577"/>
          <ac:spMkLst>
            <pc:docMk/>
            <pc:sldMk cId="2433134542" sldId="282"/>
            <ac:spMk id="21" creationId="{BF6D26A1-EC5D-AC5A-1656-8EAB4F8620A4}"/>
          </ac:spMkLst>
        </pc:spChg>
        <pc:picChg chg="mod">
          <ac:chgData name="규태 김" userId="31d48ecdf4f8cb9b" providerId="LiveId" clId="{724F0F1C-3905-45A1-9FD1-58DC870C9D13}" dt="2025-11-07T11:13:27.908" v="5503" actId="14100"/>
          <ac:picMkLst>
            <pc:docMk/>
            <pc:sldMk cId="2433134542" sldId="282"/>
            <ac:picMk id="2" creationId="{DBAE85FF-4DA5-B7C1-D195-F55D62A7E704}"/>
          </ac:picMkLst>
        </pc:picChg>
        <pc:picChg chg="add del mod">
          <ac:chgData name="규태 김" userId="31d48ecdf4f8cb9b" providerId="LiveId" clId="{724F0F1C-3905-45A1-9FD1-58DC870C9D13}" dt="2025-11-21T20:14:38.082" v="6238" actId="478"/>
          <ac:picMkLst>
            <pc:docMk/>
            <pc:sldMk cId="2433134542" sldId="282"/>
            <ac:picMk id="1029" creationId="{ECDE9EE2-930C-3A14-FE17-F9613084B061}"/>
          </ac:picMkLst>
        </pc:picChg>
        <pc:picChg chg="add del mod">
          <ac:chgData name="규태 김" userId="31d48ecdf4f8cb9b" providerId="LiveId" clId="{724F0F1C-3905-45A1-9FD1-58DC870C9D13}" dt="2025-11-21T20:14:39.787" v="6239" actId="478"/>
          <ac:picMkLst>
            <pc:docMk/>
            <pc:sldMk cId="2433134542" sldId="282"/>
            <ac:picMk id="1031" creationId="{B24688B2-410A-0C4A-5EDC-FBA912F89FF8}"/>
          </ac:picMkLst>
        </pc:picChg>
      </pc:sldChg>
      <pc:sldChg chg="delSp modSp add mod delAnim modAnim">
        <pc:chgData name="규태 김" userId="31d48ecdf4f8cb9b" providerId="LiveId" clId="{724F0F1C-3905-45A1-9FD1-58DC870C9D13}" dt="2025-11-21T20:36:26.245" v="6498" actId="20577"/>
        <pc:sldMkLst>
          <pc:docMk/>
          <pc:sldMk cId="499537531" sldId="283"/>
        </pc:sldMkLst>
        <pc:spChg chg="del">
          <ac:chgData name="규태 김" userId="31d48ecdf4f8cb9b" providerId="LiveId" clId="{724F0F1C-3905-45A1-9FD1-58DC870C9D13}" dt="2025-11-21T20:34:18.121" v="6427" actId="478"/>
          <ac:spMkLst>
            <pc:docMk/>
            <pc:sldMk cId="499537531" sldId="283"/>
            <ac:spMk id="8" creationId="{FBC1C27C-B874-458E-A978-8EA63F6F878B}"/>
          </ac:spMkLst>
        </pc:spChg>
        <pc:spChg chg="mod">
          <ac:chgData name="규태 김" userId="31d48ecdf4f8cb9b" providerId="LiveId" clId="{724F0F1C-3905-45A1-9FD1-58DC870C9D13}" dt="2025-11-21T20:36:23.083" v="6496" actId="20577"/>
          <ac:spMkLst>
            <pc:docMk/>
            <pc:sldMk cId="499537531" sldId="283"/>
            <ac:spMk id="14" creationId="{5C0ABE17-7D73-0677-9741-F61C57787CC2}"/>
          </ac:spMkLst>
        </pc:spChg>
        <pc:spChg chg="mod">
          <ac:chgData name="규태 김" userId="31d48ecdf4f8cb9b" providerId="LiveId" clId="{724F0F1C-3905-45A1-9FD1-58DC870C9D13}" dt="2025-11-21T20:36:26.245" v="6498" actId="20577"/>
          <ac:spMkLst>
            <pc:docMk/>
            <pc:sldMk cId="499537531" sldId="283"/>
            <ac:spMk id="15" creationId="{8347FF74-8B95-1AFB-DD4C-CD84E42B8A58}"/>
          </ac:spMkLst>
        </pc:spChg>
        <pc:spChg chg="mod">
          <ac:chgData name="규태 김" userId="31d48ecdf4f8cb9b" providerId="LiveId" clId="{724F0F1C-3905-45A1-9FD1-58DC870C9D13}" dt="2025-11-21T20:35:37.811" v="6476" actId="1037"/>
          <ac:spMkLst>
            <pc:docMk/>
            <pc:sldMk cId="499537531" sldId="283"/>
            <ac:spMk id="18" creationId="{75E5A0A8-43A5-F962-F162-B0839D8AEA65}"/>
          </ac:spMkLst>
        </pc:spChg>
      </pc:sldChg>
      <pc:sldChg chg="add del setBg">
        <pc:chgData name="규태 김" userId="31d48ecdf4f8cb9b" providerId="LiveId" clId="{724F0F1C-3905-45A1-9FD1-58DC870C9D13}" dt="2025-11-21T20:34:13.303" v="6425"/>
        <pc:sldMkLst>
          <pc:docMk/>
          <pc:sldMk cId="747867201" sldId="283"/>
        </pc:sldMkLst>
      </pc:sldChg>
      <pc:sldChg chg="addSp delSp modSp add del mod ord">
        <pc:chgData name="규태 김" userId="31d48ecdf4f8cb9b" providerId="LiveId" clId="{724F0F1C-3905-45A1-9FD1-58DC870C9D13}" dt="2025-11-21T20:14:31.558" v="6237" actId="47"/>
        <pc:sldMkLst>
          <pc:docMk/>
          <pc:sldMk cId="2936162018" sldId="28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1155700"/>
            <a:ext cx="185293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3200" y="12636500"/>
            <a:ext cx="213614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48000"/>
          </a:blip>
          <a:stretch>
            <a:fillRect/>
          </a:stretch>
        </p:blipFill>
        <p:spPr>
          <a:xfrm>
            <a:off x="1549400" y="7874000"/>
            <a:ext cx="8280400" cy="9525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524000" y="5054600"/>
            <a:ext cx="11772900" cy="2349500"/>
          </a:xfrm>
          <a:prstGeom prst="rect">
            <a:avLst/>
          </a:prstGeom>
        </p:spPr>
        <p:txBody>
          <a:bodyPr lIns="0" tIns="168102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13236" b="0" i="0" u="none" strike="noStrike" spc="-132" dirty="0">
                <a:solidFill>
                  <a:srgbClr val="FFFFFF"/>
                </a:solidFill>
                <a:ea typeface="S-Core Dream 6 Bold"/>
              </a:rPr>
              <a:t>에꼴</a:t>
            </a:r>
            <a:endParaRPr lang="en" sz="13236" b="0" i="0" u="none" strike="noStrike" spc="-132" dirty="0">
              <a:solidFill>
                <a:srgbClr val="FFFFFF"/>
              </a:solidFill>
              <a:ea typeface="S-Core Dream 6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-76200" y="8051800"/>
            <a:ext cx="11849100" cy="596900"/>
          </a:xfrm>
          <a:prstGeom prst="rect">
            <a:avLst/>
          </a:prstGeom>
        </p:spPr>
        <p:txBody>
          <a:bodyPr lIns="0" tIns="42795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3369" b="0" i="0" u="none" strike="noStrike" spc="-34">
                <a:solidFill>
                  <a:srgbClr val="FFFFFF"/>
                </a:solidFill>
                <a:ea typeface="S-Core Dream 5 Medium"/>
              </a:rPr>
              <a:t>알고르즘</a:t>
            </a:r>
            <a:r>
              <a:rPr lang="en-US" sz="3369" b="0" i="0" u="none" strike="noStrike" spc="-34">
                <a:solidFill>
                  <a:srgbClr val="FFFFFF"/>
                </a:solidFill>
                <a:latin typeface="S-Core Dream 5 Medium"/>
              </a:rPr>
              <a:t> </a:t>
            </a:r>
            <a:r>
              <a:rPr lang="ko-KR" sz="3369" b="0" i="0" u="none" strike="noStrike" spc="-34">
                <a:solidFill>
                  <a:srgbClr val="FFFFFF"/>
                </a:solidFill>
                <a:ea typeface="S-Core Dream 5 Medium"/>
              </a:rPr>
              <a:t>문제</a:t>
            </a:r>
            <a:r>
              <a:rPr lang="en-US" sz="3369" b="0" i="0" u="none" strike="noStrike" spc="-34">
                <a:solidFill>
                  <a:srgbClr val="FFFFFF"/>
                </a:solidFill>
                <a:latin typeface="S-Core Dream 5 Medium"/>
              </a:rPr>
              <a:t> </a:t>
            </a:r>
            <a:r>
              <a:rPr lang="ko-KR" sz="3369" b="0" i="0" u="none" strike="noStrike" spc="-34">
                <a:solidFill>
                  <a:srgbClr val="FFFFFF"/>
                </a:solidFill>
                <a:ea typeface="S-Core Dream 5 Medium"/>
              </a:rPr>
              <a:t>풀이</a:t>
            </a:r>
            <a:r>
              <a:rPr lang="en-US" sz="3369" b="0" i="0" u="none" strike="noStrike" spc="-34">
                <a:solidFill>
                  <a:srgbClr val="FFFFFF"/>
                </a:solidFill>
                <a:latin typeface="S-Core Dream 5 Medium"/>
              </a:rPr>
              <a:t> (</a:t>
            </a:r>
            <a:r>
              <a:rPr lang="ko-KR" sz="3369" b="0" i="0" u="none" strike="noStrike" spc="-34">
                <a:solidFill>
                  <a:srgbClr val="FFFFFF"/>
                </a:solidFill>
                <a:ea typeface="S-Core Dream 5 Medium"/>
              </a:rPr>
              <a:t>백준</a:t>
            </a:r>
            <a:r>
              <a:rPr lang="en-US" sz="3369" b="0" i="0" u="none" strike="noStrike" spc="-34">
                <a:solidFill>
                  <a:srgbClr val="FFFFFF"/>
                </a:solidFill>
                <a:latin typeface="S-Core Dream 5 Medium"/>
              </a:rPr>
              <a:t>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440400" y="11353800"/>
            <a:ext cx="4419600" cy="1016000"/>
          </a:xfrm>
          <a:prstGeom prst="rect">
            <a:avLst/>
          </a:prstGeom>
        </p:spPr>
        <p:txBody>
          <a:bodyPr lIns="0" tIns="18914" rIns="0" bIns="0" rtlCol="0" anchor="t"/>
          <a:lstStyle/>
          <a:p>
            <a:pPr lvl="0" algn="r">
              <a:lnSpc>
                <a:spcPct val="107899"/>
              </a:lnSpc>
            </a:pPr>
            <a:r>
              <a:rPr lang="ko-KR" sz="2978" b="0" i="0" u="none" strike="noStrike" spc="-30" dirty="0">
                <a:solidFill>
                  <a:srgbClr val="FFFFFF">
                    <a:alpha val="80000"/>
                  </a:srgbClr>
                </a:solidFill>
                <a:ea typeface="S-Core Dream 3 Light"/>
              </a:rPr>
              <a:t>이름</a:t>
            </a:r>
            <a:r>
              <a:rPr lang="en-US" altLang="ko-KR" sz="2978" b="0" i="0" u="none" strike="noStrike" spc="-30" dirty="0">
                <a:solidFill>
                  <a:srgbClr val="FFFFFF">
                    <a:alpha val="80000"/>
                  </a:srgbClr>
                </a:solidFill>
                <a:ea typeface="S-Core Dream 3 Light"/>
              </a:rPr>
              <a:t> :</a:t>
            </a:r>
            <a:r>
              <a:rPr lang="en-US" sz="2978" b="0" i="0" u="none" strike="noStrike" spc="-30" dirty="0">
                <a:solidFill>
                  <a:srgbClr val="FFFFFF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978" b="0" i="0" u="none" strike="noStrike" spc="-30" dirty="0">
                <a:solidFill>
                  <a:srgbClr val="FFFFFF">
                    <a:alpha val="80000"/>
                  </a:srgbClr>
                </a:solidFill>
                <a:ea typeface="S-Core Dream 3 Light"/>
              </a:rPr>
              <a:t>김규태</a:t>
            </a:r>
          </a:p>
          <a:p>
            <a:pPr lvl="0" algn="r">
              <a:lnSpc>
                <a:spcPct val="107899"/>
              </a:lnSpc>
            </a:pPr>
            <a:r>
              <a:rPr lang="ko-KR" sz="2978" b="0" i="0" u="none" strike="noStrike" spc="-30" dirty="0">
                <a:solidFill>
                  <a:srgbClr val="FFFFFF">
                    <a:alpha val="80000"/>
                  </a:srgbClr>
                </a:solidFill>
                <a:ea typeface="S-Core Dream 3 Light"/>
              </a:rPr>
              <a:t>학번</a:t>
            </a:r>
            <a:r>
              <a:rPr lang="en-US" altLang="ko-KR" sz="2978" b="0" i="0" u="none" strike="noStrike" spc="-30" dirty="0">
                <a:solidFill>
                  <a:srgbClr val="FFFFFF">
                    <a:alpha val="80000"/>
                  </a:srgbClr>
                </a:solidFill>
                <a:ea typeface="S-Core Dream 3 Light"/>
              </a:rPr>
              <a:t> </a:t>
            </a:r>
            <a:r>
              <a:rPr lang="en-US" sz="2978" b="0" i="0" u="none" strike="noStrike" spc="-30" dirty="0">
                <a:solidFill>
                  <a:srgbClr val="FFFFFF">
                    <a:alpha val="80000"/>
                  </a:srgbClr>
                </a:solidFill>
                <a:latin typeface="S-Core Dream 3 Light"/>
              </a:rPr>
              <a:t>: 2020575009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98600" y="11887200"/>
            <a:ext cx="2235200" cy="495300"/>
          </a:xfrm>
          <a:prstGeom prst="rect">
            <a:avLst/>
          </a:prstGeom>
        </p:spPr>
        <p:txBody>
          <a:bodyPr lIns="0" tIns="1778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" sz="2799" b="0" i="0" u="none" strike="noStrike" spc="-28" dirty="0">
                <a:solidFill>
                  <a:srgbClr val="FFFFFF">
                    <a:alpha val="80000"/>
                  </a:srgbClr>
                </a:solidFill>
                <a:latin typeface="S-Core Dream 3 Light"/>
              </a:rPr>
              <a:t>2025.11.22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927100"/>
            <a:ext cx="3098800" cy="495300"/>
          </a:xfrm>
          <a:prstGeom prst="rect">
            <a:avLst/>
          </a:prstGeom>
        </p:spPr>
        <p:txBody>
          <a:bodyPr lIns="0" tIns="17780" rIns="0" bIns="0" rtlCol="0" anchor="t"/>
          <a:lstStyle/>
          <a:p>
            <a:pPr lvl="0" algn="r">
              <a:lnSpc>
                <a:spcPct val="107899"/>
              </a:lnSpc>
            </a:pPr>
            <a:r>
              <a:rPr lang="en" sz="2799" b="0" i="0" u="none" strike="noStrike" spc="-28" dirty="0">
                <a:solidFill>
                  <a:srgbClr val="FFFFFF">
                    <a:alpha val="80000"/>
                  </a:srgbClr>
                </a:solidFill>
                <a:ea typeface="S-Core Dream 3 Light"/>
              </a:rPr>
              <a:t>소프트웨어학과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6000" y="9385300"/>
            <a:ext cx="9194800" cy="1257300"/>
          </a:xfrm>
          <a:prstGeom prst="rect">
            <a:avLst/>
          </a:prstGeom>
        </p:spPr>
        <p:txBody>
          <a:bodyPr lIns="0" tIns="18914" rIns="0" bIns="0" rtlCol="0" anchor="t"/>
          <a:lstStyle/>
          <a:p>
            <a:pPr lvl="0" algn="r">
              <a:lnSpc>
                <a:spcPct val="107899"/>
              </a:lnSpc>
            </a:pPr>
            <a:r>
              <a:rPr lang="ko-KR" sz="2978" b="0" i="0" u="none" strike="noStrike" spc="-30" dirty="0">
                <a:solidFill>
                  <a:srgbClr val="FFFFFF">
                    <a:alpha val="80000"/>
                  </a:srgbClr>
                </a:solidFill>
                <a:ea typeface="S-Core Dream 3 Light"/>
              </a:rPr>
              <a:t>지도교수</a:t>
            </a:r>
            <a:r>
              <a:rPr lang="en-US" altLang="ko-KR" sz="2978" b="0" i="0" u="none" strike="noStrike" spc="-30" dirty="0">
                <a:solidFill>
                  <a:srgbClr val="FFFFFF">
                    <a:alpha val="80000"/>
                  </a:srgbClr>
                </a:solidFill>
                <a:ea typeface="S-Core Dream 3 Light"/>
              </a:rPr>
              <a:t> </a:t>
            </a:r>
            <a:r>
              <a:rPr lang="en-US" sz="2978" b="0" i="0" u="none" strike="noStrike" spc="-30" dirty="0">
                <a:solidFill>
                  <a:srgbClr val="FFFFFF">
                    <a:alpha val="80000"/>
                  </a:srgbClr>
                </a:solidFill>
                <a:latin typeface="S-Core Dream 3 Light"/>
              </a:rPr>
              <a:t>: </a:t>
            </a:r>
            <a:r>
              <a:rPr lang="ko-KR" sz="2978" b="0" i="0" u="none" strike="noStrike" spc="-30" dirty="0">
                <a:solidFill>
                  <a:srgbClr val="FFFFFF">
                    <a:alpha val="80000"/>
                  </a:srgbClr>
                </a:solidFill>
                <a:ea typeface="S-Core Dream 3 Light"/>
              </a:rPr>
              <a:t>손정호</a:t>
            </a:r>
            <a:r>
              <a:rPr lang="en-US" sz="2978" b="0" i="0" u="none" strike="noStrike" spc="-30" dirty="0">
                <a:solidFill>
                  <a:srgbClr val="FFFFFF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978" b="0" i="0" u="none" strike="noStrike" spc="-30" dirty="0">
                <a:solidFill>
                  <a:srgbClr val="FFFFFF">
                    <a:alpha val="80000"/>
                  </a:srgbClr>
                </a:solidFill>
                <a:ea typeface="S-Core Dream 3 Light"/>
              </a:rPr>
              <a:t>교수님</a:t>
            </a:r>
            <a:r>
              <a:rPr lang="en-US" sz="2978" b="0" i="0" u="none" strike="noStrike" spc="-30" dirty="0">
                <a:solidFill>
                  <a:srgbClr val="FFFFFF">
                    <a:alpha val="80000"/>
                  </a:srgbClr>
                </a:solidFill>
                <a:latin typeface="S-Core Dream 3 Light"/>
              </a:rPr>
              <a:t>, </a:t>
            </a:r>
            <a:r>
              <a:rPr lang="ko-KR" sz="2978" b="0" i="0" u="none" strike="noStrike" spc="-30" dirty="0">
                <a:solidFill>
                  <a:srgbClr val="FFFFFF">
                    <a:alpha val="80000"/>
                  </a:srgbClr>
                </a:solidFill>
                <a:ea typeface="S-Core Dream 3 Light"/>
              </a:rPr>
              <a:t>김주현</a:t>
            </a:r>
            <a:r>
              <a:rPr lang="en-US" sz="2978" b="0" i="0" u="none" strike="noStrike" spc="-30" dirty="0">
                <a:solidFill>
                  <a:srgbClr val="FFFFFF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978" b="0" i="0" u="none" strike="noStrike" spc="-30" dirty="0">
                <a:solidFill>
                  <a:srgbClr val="FFFFFF">
                    <a:alpha val="80000"/>
                  </a:srgbClr>
                </a:solidFill>
                <a:ea typeface="S-Core Dream 3 Light"/>
              </a:rPr>
              <a:t>교수</a:t>
            </a:r>
            <a:r>
              <a:rPr lang="en-US" sz="2978" b="0" i="0" u="none" strike="noStrike" spc="-30" dirty="0">
                <a:solidFill>
                  <a:srgbClr val="FFFFFF">
                    <a:alpha val="80000"/>
                  </a:srgbClr>
                </a:solidFill>
                <a:latin typeface="S-Core Dream 3 Light"/>
              </a:rPr>
              <a:t>, </a:t>
            </a:r>
            <a:r>
              <a:rPr lang="ko-KR" sz="2978" b="0" i="0" u="none" strike="noStrike" spc="-30" dirty="0">
                <a:solidFill>
                  <a:srgbClr val="FFFFFF">
                    <a:alpha val="80000"/>
                  </a:srgbClr>
                </a:solidFill>
                <a:ea typeface="S-Core Dream 3 Light"/>
              </a:rPr>
              <a:t>최동환</a:t>
            </a:r>
            <a:r>
              <a:rPr lang="en-US" sz="2978" b="0" i="0" u="none" strike="noStrike" spc="-30" dirty="0">
                <a:solidFill>
                  <a:srgbClr val="FFFFFF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978" b="0" i="0" u="none" strike="noStrike" spc="-30" dirty="0">
                <a:solidFill>
                  <a:srgbClr val="FFFFFF">
                    <a:alpha val="80000"/>
                  </a:srgbClr>
                </a:solidFill>
                <a:ea typeface="S-Core Dream 3 Light"/>
              </a:rPr>
              <a:t>교수님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2198B2-227D-6FA2-AB59-C398FF2CD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6D51BB6-7A79-D984-516E-9FE787DD4EF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168400" y="7620696"/>
            <a:ext cx="21704300" cy="4037904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F3031FF-1967-4DF7-5567-B4EB86AD2E9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1168400" y="12026900"/>
            <a:ext cx="3937000" cy="6223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5D31CDC0-74FA-E30F-EFC0-EF0B017D5F2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5803900" y="12026900"/>
            <a:ext cx="3937000" cy="6223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BE24F2B3-6BD0-2A17-0FCF-7EC92CEA8A7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10668000" y="12026900"/>
            <a:ext cx="3937000" cy="6223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035E9424-FF8C-C10D-672C-C9564741E632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3000"/>
          </a:blip>
          <a:stretch>
            <a:fillRect/>
          </a:stretch>
        </p:blipFill>
        <p:spPr>
          <a:xfrm>
            <a:off x="1168400" y="2603500"/>
            <a:ext cx="21704300" cy="4457004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F780DEA6-802A-361A-DF91-38995D0BF004}"/>
              </a:ext>
            </a:extLst>
          </p:cNvPr>
          <p:cNvSpPr txBox="1"/>
          <p:nvPr/>
        </p:nvSpPr>
        <p:spPr>
          <a:xfrm>
            <a:off x="1622286" y="8718550"/>
            <a:ext cx="21009113" cy="654050"/>
          </a:xfrm>
          <a:prstGeom prst="rect">
            <a:avLst/>
          </a:prstGeom>
        </p:spPr>
        <p:txBody>
          <a:bodyPr rtlCol="0" anchor="t"/>
          <a:lstStyle/>
          <a:p>
            <a:pPr marL="342900" marR="0" lvl="1" indent="-342900" algn="l" defTabSz="914400" rtl="0" eaLnBrk="1" fontAlgn="auto" latinLnBrk="0" hangingPunct="1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●"/>
              <a:tabLst/>
              <a:defRPr/>
            </a:pPr>
            <a:r>
              <a:rPr kumimoji="0" lang="ko-KR" altLang="en-US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첫째 줄에 </a:t>
            </a:r>
            <a:r>
              <a:rPr kumimoji="0" lang="en-US" altLang="ko-KR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N</a:t>
            </a:r>
            <a:r>
              <a:rPr kumimoji="0" lang="ko-KR" altLang="en-US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과 </a:t>
            </a:r>
            <a:r>
              <a:rPr kumimoji="0" lang="en-US" altLang="ko-KR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K</a:t>
            </a:r>
            <a:r>
              <a:rPr kumimoji="0" lang="ko-KR" altLang="en-US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가 주어진다</a:t>
            </a:r>
            <a:r>
              <a:rPr kumimoji="0" lang="en-US" altLang="ko-KR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. (1 ≤ N≤ 10, 0 ≤ K ≤ N)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0471E92-E222-7E05-C504-73530899F804}"/>
              </a:ext>
            </a:extLst>
          </p:cNvPr>
          <p:cNvSpPr txBox="1"/>
          <p:nvPr/>
        </p:nvSpPr>
        <p:spPr>
          <a:xfrm>
            <a:off x="798441" y="4307923"/>
            <a:ext cx="22656801" cy="2635250"/>
          </a:xfrm>
          <a:prstGeom prst="rect">
            <a:avLst/>
          </a:prstGeom>
        </p:spPr>
        <p:txBody>
          <a:bodyPr anchor="t"/>
          <a:lstStyle/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자연수 </a:t>
            </a:r>
            <a:r>
              <a:rPr kumimoji="0" lang="en-US" altLang="ko-KR" sz="4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N</a:t>
            </a:r>
            <a:r>
              <a:rPr kumimoji="0" lang="ko-KR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과 정수 </a:t>
            </a:r>
            <a:r>
              <a:rPr kumimoji="0" lang="en-US" altLang="ko-KR" sz="4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K</a:t>
            </a:r>
            <a:r>
              <a:rPr kumimoji="0" lang="ko-KR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가 주어졌을 때 이항 계수를 구하는 프로그램을 </a:t>
            </a:r>
            <a:r>
              <a:rPr kumimoji="0" lang="ko-KR" altLang="en-US" sz="4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작성하시오</a:t>
            </a:r>
            <a:r>
              <a:rPr kumimoji="0" lang="en-US" altLang="ko-KR" sz="4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.</a:t>
            </a:r>
            <a:r>
              <a:rPr kumimoji="0" lang="pt-BR" altLang="ko-KR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Open Sans" panose="020F0502020204030204" pitchFamily="34" charset="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Open Sans" panose="020F0502020204030204" pitchFamily="34" charset="0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C0ABE17-7D73-0677-9741-F61C57787CC2}"/>
              </a:ext>
            </a:extLst>
          </p:cNvPr>
          <p:cNvSpPr txBox="1"/>
          <p:nvPr/>
        </p:nvSpPr>
        <p:spPr>
          <a:xfrm>
            <a:off x="990600" y="12065000"/>
            <a:ext cx="4292600" cy="495300"/>
          </a:xfrm>
          <a:prstGeom prst="rect">
            <a:avLst/>
          </a:prstGeom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alibri"/>
                <a:ea typeface="S-Core Dream 3 Light"/>
                <a:cs typeface="+mn-cs"/>
              </a:rPr>
              <a:t>메모리</a:t>
            </a:r>
            <a:r>
              <a:rPr kumimoji="0" 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S-Core Dream 3 Light"/>
                <a:ea typeface="+mn-ea"/>
                <a:cs typeface="+mn-cs"/>
              </a:rPr>
              <a:t> </a:t>
            </a:r>
            <a:r>
              <a:rPr kumimoji="0" lang="ko-KR" alt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alibri"/>
                <a:ea typeface="S-Core Dream 3 Light"/>
                <a:cs typeface="+mn-cs"/>
              </a:rPr>
              <a:t>제한</a:t>
            </a:r>
            <a:r>
              <a:rPr kumimoji="0" 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S-Core Dream 3 Light"/>
                <a:ea typeface="+mn-ea"/>
                <a:cs typeface="+mn-cs"/>
              </a:rPr>
              <a:t>: </a:t>
            </a:r>
            <a:r>
              <a:rPr lang="en-US" sz="2800" b="1" spc="-168" dirty="0">
                <a:solidFill>
                  <a:srgbClr val="0F0F0F"/>
                </a:solidFill>
                <a:latin typeface="S-Core Dream 3 Light"/>
              </a:rPr>
              <a:t>256</a:t>
            </a:r>
            <a:r>
              <a:rPr kumimoji="0" 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S-Core Dream 3 Light"/>
                <a:ea typeface="+mn-ea"/>
                <a:cs typeface="+mn-cs"/>
              </a:rPr>
              <a:t> MB</a:t>
            </a:r>
          </a:p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-168" normalizeH="0" baseline="0" noProof="0" dirty="0">
              <a:ln>
                <a:noFill/>
              </a:ln>
              <a:solidFill>
                <a:srgbClr val="0F0F0F"/>
              </a:solidFill>
              <a:effectLst/>
              <a:uLnTx/>
              <a:uFillTx/>
              <a:latin typeface="S-Core Dream 3 Light"/>
              <a:ea typeface="+mn-ea"/>
              <a:cs typeface="+mn-cs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347FF74-8B95-1AFB-DD4C-CD84E42B8A58}"/>
              </a:ext>
            </a:extLst>
          </p:cNvPr>
          <p:cNvSpPr txBox="1"/>
          <p:nvPr/>
        </p:nvSpPr>
        <p:spPr>
          <a:xfrm>
            <a:off x="5626100" y="12065000"/>
            <a:ext cx="4292600" cy="495300"/>
          </a:xfrm>
          <a:prstGeom prst="rect">
            <a:avLst/>
          </a:prstGeom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alibri"/>
                <a:ea typeface="S-Core Dream 3 Light"/>
                <a:cs typeface="+mn-cs"/>
              </a:rPr>
              <a:t>시간</a:t>
            </a:r>
            <a:r>
              <a:rPr kumimoji="0" 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S-Core Dream 3 Light"/>
                <a:ea typeface="+mn-ea"/>
                <a:cs typeface="+mn-cs"/>
              </a:rPr>
              <a:t> </a:t>
            </a:r>
            <a:r>
              <a:rPr kumimoji="0" lang="ko-KR" alt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alibri"/>
                <a:ea typeface="S-Core Dream 3 Light"/>
                <a:cs typeface="+mn-cs"/>
              </a:rPr>
              <a:t>제한</a:t>
            </a:r>
            <a:r>
              <a:rPr kumimoji="0" 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S-Core Dream 3 Light"/>
                <a:ea typeface="+mn-ea"/>
                <a:cs typeface="+mn-cs"/>
              </a:rPr>
              <a:t>: </a:t>
            </a:r>
            <a:r>
              <a:rPr lang="en-US" sz="2800" b="1" spc="-168" dirty="0">
                <a:solidFill>
                  <a:srgbClr val="0F0F0F"/>
                </a:solidFill>
                <a:latin typeface="S-Core Dream 3 Light"/>
                <a:ea typeface="맑은 고딕" panose="020B0503020000020004" pitchFamily="50" charset="-127"/>
              </a:rPr>
              <a:t>1</a:t>
            </a:r>
            <a:r>
              <a:rPr kumimoji="0" lang="en-US" altLang="ko-KR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S-Core Dream 3 Ligh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S-Core Dream 3 Light"/>
                <a:ea typeface="맑은 고딕" panose="020B0503020000020004" pitchFamily="50" charset="-127"/>
                <a:cs typeface="+mn-cs"/>
              </a:rPr>
              <a:t>초</a:t>
            </a:r>
          </a:p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-168" normalizeH="0" baseline="0" noProof="0" dirty="0">
              <a:ln>
                <a:noFill/>
              </a:ln>
              <a:solidFill>
                <a:srgbClr val="0F0F0F"/>
              </a:solidFill>
              <a:effectLst/>
              <a:uLnTx/>
              <a:uFillTx/>
              <a:latin typeface="S-Core Dream 3 Light"/>
              <a:ea typeface="+mn-ea"/>
              <a:cs typeface="+mn-cs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D24C720-281E-0950-C6AD-EA4A8DAC494C}"/>
              </a:ext>
            </a:extLst>
          </p:cNvPr>
          <p:cNvSpPr txBox="1"/>
          <p:nvPr/>
        </p:nvSpPr>
        <p:spPr>
          <a:xfrm>
            <a:off x="10477500" y="12065000"/>
            <a:ext cx="4292600" cy="495300"/>
          </a:xfrm>
          <a:prstGeom prst="rect">
            <a:avLst/>
          </a:prstGeom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alibri"/>
                <a:ea typeface="S-Core Dream 3 Light"/>
                <a:cs typeface="+mn-cs"/>
              </a:rPr>
              <a:t>난이도</a:t>
            </a:r>
            <a:r>
              <a:rPr kumimoji="0" 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S-Core Dream 3 Light"/>
                <a:ea typeface="+mn-ea"/>
                <a:cs typeface="+mn-cs"/>
              </a:rPr>
              <a:t>: </a:t>
            </a:r>
            <a:r>
              <a:rPr kumimoji="0" lang="ko-KR" alt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S-Core Dream 3 Light"/>
                <a:ea typeface="맑은 고딕" panose="020B0503020000020004" pitchFamily="50" charset="-127"/>
                <a:cs typeface="+mn-cs"/>
              </a:rPr>
              <a:t>브론즈 </a:t>
            </a:r>
            <a:r>
              <a:rPr kumimoji="0" lang="en-US" altLang="ko-KR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S-Core Dream 3 Light"/>
                <a:ea typeface="맑은 고딕" panose="020B0503020000020004" pitchFamily="50" charset="-127"/>
                <a:cs typeface="+mn-cs"/>
              </a:rPr>
              <a:t>Ⅰ</a:t>
            </a:r>
            <a:endParaRPr kumimoji="0" lang="en-US" sz="2800" b="1" i="0" u="none" strike="noStrike" kern="1200" cap="none" spc="-168" normalizeH="0" baseline="0" noProof="0" dirty="0">
              <a:ln>
                <a:noFill/>
              </a:ln>
              <a:solidFill>
                <a:srgbClr val="0F0F0F"/>
              </a:solidFill>
              <a:effectLst/>
              <a:uLnTx/>
              <a:uFillTx/>
              <a:latin typeface="S-Core Dream 3 Light"/>
              <a:ea typeface="+mn-ea"/>
              <a:cs typeface="+mn-cs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64D3BA9-D710-AE0A-EF3B-F128931402E4}"/>
              </a:ext>
            </a:extLst>
          </p:cNvPr>
          <p:cNvSpPr txBox="1"/>
          <p:nvPr/>
        </p:nvSpPr>
        <p:spPr>
          <a:xfrm>
            <a:off x="10102850" y="1485900"/>
            <a:ext cx="2908300" cy="800100"/>
          </a:xfrm>
          <a:prstGeom prst="rect">
            <a:avLst/>
          </a:prstGeom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33" b="0" i="0" u="none" strike="noStrike" kern="1200" cap="none" spc="-27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S-Core Dream 4 Regular"/>
                <a:cs typeface="+mn-cs"/>
              </a:rPr>
              <a:t>문제</a:t>
            </a:r>
            <a:r>
              <a:rPr kumimoji="0" lang="en-US" sz="4533" b="0" i="0" u="none" strike="noStrike" kern="1200" cap="none" spc="-27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-Core Dream 4 Regular"/>
                <a:ea typeface="+mn-ea"/>
                <a:cs typeface="+mn-cs"/>
              </a:rPr>
              <a:t> </a:t>
            </a:r>
            <a:endParaRPr kumimoji="0" lang="ko-KR" altLang="en-US" sz="4533" b="0" i="0" u="none" strike="noStrike" kern="1200" cap="none" spc="-272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S-Core Dream 4 Regular"/>
              <a:cs typeface="+mn-cs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5E5A0A8-43A5-F962-F162-B0839D8AEA65}"/>
              </a:ext>
            </a:extLst>
          </p:cNvPr>
          <p:cNvSpPr txBox="1"/>
          <p:nvPr/>
        </p:nvSpPr>
        <p:spPr>
          <a:xfrm>
            <a:off x="990600" y="876300"/>
            <a:ext cx="18275300" cy="6223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  <a:defRPr/>
            </a:pPr>
            <a:r>
              <a:rPr kumimoji="0" lang="en-US" altLang="ko-KR" sz="3466" b="0" i="0" u="none" strike="noStrike" kern="1200" cap="none" spc="-20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-Core Dream 4 Regular"/>
                <a:ea typeface="맑은 고딕" panose="020B0503020000020004" pitchFamily="50" charset="-127"/>
                <a:cs typeface="+mn-cs"/>
              </a:rPr>
              <a:t>11050. </a:t>
            </a:r>
            <a:r>
              <a:rPr lang="ko-KR" altLang="en-US" sz="3466" spc="-208" dirty="0">
                <a:solidFill>
                  <a:srgbClr val="FFFFFF"/>
                </a:solidFill>
                <a:latin typeface="S-Core Dream 4 Regular"/>
              </a:rPr>
              <a:t>이항 계수 </a:t>
            </a:r>
            <a:r>
              <a:rPr lang="en-US" altLang="ko-KR" sz="3466" spc="-208" dirty="0">
                <a:solidFill>
                  <a:srgbClr val="FFFFFF"/>
                </a:solidFill>
                <a:latin typeface="S-Core Dream 4 Regular"/>
              </a:rPr>
              <a:t>1</a:t>
            </a:r>
            <a:endParaRPr kumimoji="0" lang="ko-KR" altLang="en-US" sz="3466" b="0" i="0" u="none" strike="noStrike" kern="1200" cap="none" spc="-208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S-Core Dream 4 Regular"/>
              <a:cs typeface="+mn-cs"/>
            </a:endParaRPr>
          </a:p>
        </p:txBody>
      </p:sp>
      <p:pic>
        <p:nvPicPr>
          <p:cNvPr id="19" name="Picture 19">
            <a:extLst>
              <a:ext uri="{FF2B5EF4-FFF2-40B4-BE49-F238E27FC236}">
                <a16:creationId xmlns:a16="http://schemas.microsoft.com/office/drawing/2014/main" id="{CAB9585A-0090-B6B1-F09F-466CFC8267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7900" y="1155700"/>
            <a:ext cx="18465800" cy="25400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5F95D1A0-0CCF-FABA-A084-575DAB5527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700" y="13182600"/>
            <a:ext cx="22479000" cy="25400"/>
          </a:xfrm>
          <a:prstGeom prst="rect">
            <a:avLst/>
          </a:prstGeom>
        </p:spPr>
      </p:pic>
      <p:pic>
        <p:nvPicPr>
          <p:cNvPr id="26" name="Picture 7">
            <a:extLst>
              <a:ext uri="{FF2B5EF4-FFF2-40B4-BE49-F238E27FC236}">
                <a16:creationId xmlns:a16="http://schemas.microsoft.com/office/drawing/2014/main" id="{6B6FF60E-6153-0245-9362-9FEF5D0C75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01304" y="7848600"/>
            <a:ext cx="1485900" cy="671708"/>
          </a:xfrm>
          <a:prstGeom prst="rect">
            <a:avLst/>
          </a:prstGeom>
        </p:spPr>
      </p:pic>
      <p:sp>
        <p:nvSpPr>
          <p:cNvPr id="27" name="TextBox 11">
            <a:extLst>
              <a:ext uri="{FF2B5EF4-FFF2-40B4-BE49-F238E27FC236}">
                <a16:creationId xmlns:a16="http://schemas.microsoft.com/office/drawing/2014/main" id="{4A3EC7C5-B553-B63C-91A3-C5FA9DBC3D62}"/>
              </a:ext>
            </a:extLst>
          </p:cNvPr>
          <p:cNvSpPr txBox="1"/>
          <p:nvPr/>
        </p:nvSpPr>
        <p:spPr>
          <a:xfrm>
            <a:off x="394804" y="7911404"/>
            <a:ext cx="3898900" cy="469900"/>
          </a:xfrm>
          <a:prstGeom prst="rect">
            <a:avLst/>
          </a:prstGeom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43" b="0" i="0" u="none" strike="noStrike" kern="1200" cap="none" spc="-159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S-Core Dream 4 Regular"/>
                <a:cs typeface="+mn-cs"/>
              </a:rPr>
              <a:t>입</a:t>
            </a:r>
            <a:r>
              <a:rPr kumimoji="0" lang="en" sz="2643" b="0" i="0" u="none" strike="noStrike" kern="1200" cap="none" spc="-159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S-Core Dream 4 Regular"/>
                <a:cs typeface="+mn-cs"/>
              </a:rPr>
              <a:t>력</a:t>
            </a:r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900EB9E1-A291-4EE4-5811-B5E46BBDFD01}"/>
              </a:ext>
            </a:extLst>
          </p:cNvPr>
          <p:cNvSpPr txBox="1"/>
          <p:nvPr/>
        </p:nvSpPr>
        <p:spPr>
          <a:xfrm>
            <a:off x="1608482" y="10547350"/>
            <a:ext cx="21009113" cy="654050"/>
          </a:xfrm>
          <a:prstGeom prst="rect">
            <a:avLst/>
          </a:prstGeom>
        </p:spPr>
        <p:txBody>
          <a:bodyPr rtlCol="0" anchor="t"/>
          <a:lstStyle/>
          <a:p>
            <a:pPr marL="342900" marR="0" lvl="1" indent="-342900" algn="l" defTabSz="914400" rtl="0" eaLnBrk="1" fontAlgn="auto" latinLnBrk="0" hangingPunct="1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●"/>
              <a:tabLst/>
              <a:defRPr/>
            </a:pPr>
            <a:r>
              <a:rPr kumimoji="0" lang="ko-KR" altLang="en-US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이항 계수를 출력한다</a:t>
            </a:r>
            <a:r>
              <a:rPr kumimoji="0" lang="en-US" altLang="ko-KR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pic>
        <p:nvPicPr>
          <p:cNvPr id="22" name="Picture 7">
            <a:extLst>
              <a:ext uri="{FF2B5EF4-FFF2-40B4-BE49-F238E27FC236}">
                <a16:creationId xmlns:a16="http://schemas.microsoft.com/office/drawing/2014/main" id="{8C8C69CD-43E8-8536-9C4C-01F4B142C5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7500" y="9709150"/>
            <a:ext cx="1485900" cy="671708"/>
          </a:xfrm>
          <a:prstGeom prst="rect">
            <a:avLst/>
          </a:prstGeom>
        </p:spPr>
      </p:pic>
      <p:sp>
        <p:nvSpPr>
          <p:cNvPr id="23" name="TextBox 11">
            <a:extLst>
              <a:ext uri="{FF2B5EF4-FFF2-40B4-BE49-F238E27FC236}">
                <a16:creationId xmlns:a16="http://schemas.microsoft.com/office/drawing/2014/main" id="{89E3C52E-2487-0269-DEA9-1F5E0DE7084F}"/>
              </a:ext>
            </a:extLst>
          </p:cNvPr>
          <p:cNvSpPr txBox="1"/>
          <p:nvPr/>
        </p:nvSpPr>
        <p:spPr>
          <a:xfrm>
            <a:off x="381000" y="9771954"/>
            <a:ext cx="3898900" cy="469900"/>
          </a:xfrm>
          <a:prstGeom prst="rect">
            <a:avLst/>
          </a:prstGeom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643" b="0" i="0" u="none" strike="noStrike" kern="1200" cap="none" spc="-159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S-Core Dream 4 Regular"/>
                <a:cs typeface="+mn-cs"/>
              </a:rPr>
              <a:t>출력</a:t>
            </a:r>
          </a:p>
        </p:txBody>
      </p:sp>
    </p:spTree>
    <p:extLst>
      <p:ext uri="{BB962C8B-B14F-4D97-AF65-F5344CB8AC3E}">
        <p14:creationId xmlns:p14="http://schemas.microsoft.com/office/powerpoint/2010/main" val="499537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1985ED-27F7-6686-A355-5A3E4D3C5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BAE85FF-4DA5-B7C1-D195-F55D62A7E7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168400" y="7620696"/>
            <a:ext cx="21704300" cy="4037904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B960CC6D-16F3-181F-CD0C-4C51B863FFD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1168400" y="12026900"/>
            <a:ext cx="3937000" cy="6223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E89AEA40-8379-1313-4A43-A555E1E7DA4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5803900" y="12026900"/>
            <a:ext cx="3937000" cy="6223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506BBE21-138F-1F28-A8DB-DCF1284A501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10668000" y="12026900"/>
            <a:ext cx="3937000" cy="6223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D4014889-3658-36BC-BFB3-BC83DBB49B13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3000"/>
          </a:blip>
          <a:stretch>
            <a:fillRect/>
          </a:stretch>
        </p:blipFill>
        <p:spPr>
          <a:xfrm>
            <a:off x="1168400" y="2603500"/>
            <a:ext cx="21704300" cy="4457004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948E2043-D480-6E6A-FD5A-B67FD9C5840B}"/>
              </a:ext>
            </a:extLst>
          </p:cNvPr>
          <p:cNvSpPr txBox="1"/>
          <p:nvPr/>
        </p:nvSpPr>
        <p:spPr>
          <a:xfrm>
            <a:off x="1622286" y="8718550"/>
            <a:ext cx="21009113" cy="654050"/>
          </a:xfrm>
          <a:prstGeom prst="rect">
            <a:avLst/>
          </a:prstGeom>
        </p:spPr>
        <p:txBody>
          <a:bodyPr rtlCol="0" anchor="t"/>
          <a:lstStyle/>
          <a:p>
            <a:pPr marL="342900" marR="0" lvl="1" indent="-342900" algn="l" defTabSz="914400" rtl="0" eaLnBrk="1" fontAlgn="auto" latinLnBrk="0" hangingPunct="1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●"/>
              <a:tabLst/>
              <a:defRPr/>
            </a:pPr>
            <a:r>
              <a:rPr kumimoji="0" lang="ko-KR" altLang="en-US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첫째 줄에 </a:t>
            </a:r>
            <a:r>
              <a:rPr kumimoji="0" lang="en-US" altLang="ko-KR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N</a:t>
            </a:r>
            <a:r>
              <a:rPr kumimoji="0" lang="ko-KR" altLang="en-US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과 </a:t>
            </a:r>
            <a:r>
              <a:rPr kumimoji="0" lang="en-US" altLang="ko-KR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K</a:t>
            </a:r>
            <a:r>
              <a:rPr kumimoji="0" lang="ko-KR" altLang="en-US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가 주어진다</a:t>
            </a:r>
            <a:r>
              <a:rPr kumimoji="0" lang="en-US" altLang="ko-KR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. (1 ≤ N≤ 10, 0 ≤ K ≤ N)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A9D5CBC-AEFF-DEFB-2FCB-439F8AE93CCA}"/>
              </a:ext>
            </a:extLst>
          </p:cNvPr>
          <p:cNvSpPr txBox="1"/>
          <p:nvPr/>
        </p:nvSpPr>
        <p:spPr>
          <a:xfrm>
            <a:off x="798441" y="4307923"/>
            <a:ext cx="22656801" cy="2635250"/>
          </a:xfrm>
          <a:prstGeom prst="rect">
            <a:avLst/>
          </a:prstGeom>
        </p:spPr>
        <p:txBody>
          <a:bodyPr anchor="t"/>
          <a:lstStyle/>
          <a:p>
            <a:pPr algn="ctr">
              <a:lnSpc>
                <a:spcPct val="116199"/>
              </a:lnSpc>
              <a:defRPr/>
            </a:pPr>
            <a:r>
              <a:rPr kumimoji="0" lang="ko-KR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자연수 </a:t>
            </a:r>
            <a:r>
              <a:rPr kumimoji="0" lang="en-US" altLang="ko-KR" sz="4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N</a:t>
            </a:r>
            <a:r>
              <a:rPr kumimoji="0" lang="ko-KR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과 정수 </a:t>
            </a:r>
            <a:r>
              <a:rPr kumimoji="0" lang="en-US" altLang="ko-KR" sz="4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K</a:t>
            </a:r>
            <a:r>
              <a:rPr kumimoji="0" lang="ko-KR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가 주어졌을 때 이항 계수를 구하는 프로그램을 </a:t>
            </a:r>
            <a:r>
              <a:rPr kumimoji="0" lang="ko-KR" altLang="en-US" sz="4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작성하시오</a:t>
            </a:r>
            <a:r>
              <a:rPr kumimoji="0" lang="en-US" altLang="ko-KR" sz="4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F0502020204030204" pitchFamily="34" charset="0"/>
                <a:cs typeface="+mn-cs"/>
              </a:rPr>
              <a:t>.</a:t>
            </a:r>
            <a:r>
              <a:rPr lang="pt-BR" altLang="ko-KR" sz="4800" dirty="0"/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Open Sans" panose="020F0502020204030204" pitchFamily="34" charset="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Open Sans" panose="020F0502020204030204" pitchFamily="34" charset="0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CD6AEFC-43EB-5A9E-D2A8-7E2716FC75CE}"/>
              </a:ext>
            </a:extLst>
          </p:cNvPr>
          <p:cNvSpPr txBox="1"/>
          <p:nvPr/>
        </p:nvSpPr>
        <p:spPr>
          <a:xfrm>
            <a:off x="990600" y="12065000"/>
            <a:ext cx="4292600" cy="495300"/>
          </a:xfrm>
          <a:prstGeom prst="rect">
            <a:avLst/>
          </a:prstGeom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alibri"/>
                <a:ea typeface="S-Core Dream 3 Light"/>
                <a:cs typeface="+mn-cs"/>
              </a:rPr>
              <a:t>메모리</a:t>
            </a:r>
            <a:r>
              <a:rPr kumimoji="0" 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S-Core Dream 3 Light"/>
                <a:ea typeface="+mn-ea"/>
                <a:cs typeface="+mn-cs"/>
              </a:rPr>
              <a:t> </a:t>
            </a:r>
            <a:r>
              <a:rPr kumimoji="0" lang="ko-KR" alt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alibri"/>
                <a:ea typeface="S-Core Dream 3 Light"/>
                <a:cs typeface="+mn-cs"/>
              </a:rPr>
              <a:t>제한</a:t>
            </a:r>
            <a:r>
              <a:rPr kumimoji="0" 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S-Core Dream 3 Light"/>
                <a:ea typeface="+mn-ea"/>
                <a:cs typeface="+mn-cs"/>
              </a:rPr>
              <a:t>: </a:t>
            </a:r>
            <a:r>
              <a:rPr lang="en-US" sz="2800" b="1" spc="-168" dirty="0">
                <a:solidFill>
                  <a:srgbClr val="0F0F0F"/>
                </a:solidFill>
                <a:latin typeface="S-Core Dream 3 Light"/>
              </a:rPr>
              <a:t>256</a:t>
            </a:r>
            <a:r>
              <a:rPr kumimoji="0" 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S-Core Dream 3 Light"/>
                <a:ea typeface="+mn-ea"/>
                <a:cs typeface="+mn-cs"/>
              </a:rPr>
              <a:t> MB</a:t>
            </a:r>
          </a:p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-168" normalizeH="0" baseline="0" noProof="0" dirty="0">
              <a:ln>
                <a:noFill/>
              </a:ln>
              <a:solidFill>
                <a:srgbClr val="0F0F0F"/>
              </a:solidFill>
              <a:effectLst/>
              <a:uLnTx/>
              <a:uFillTx/>
              <a:latin typeface="S-Core Dream 3 Light"/>
              <a:ea typeface="+mn-ea"/>
              <a:cs typeface="+mn-cs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FE0C5EC-A33F-F129-29F1-A45D3CD1FB67}"/>
              </a:ext>
            </a:extLst>
          </p:cNvPr>
          <p:cNvSpPr txBox="1"/>
          <p:nvPr/>
        </p:nvSpPr>
        <p:spPr>
          <a:xfrm>
            <a:off x="5626100" y="12065000"/>
            <a:ext cx="4292600" cy="495300"/>
          </a:xfrm>
          <a:prstGeom prst="rect">
            <a:avLst/>
          </a:prstGeom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alibri"/>
                <a:ea typeface="S-Core Dream 3 Light"/>
                <a:cs typeface="+mn-cs"/>
              </a:rPr>
              <a:t>시간</a:t>
            </a:r>
            <a:r>
              <a:rPr kumimoji="0" 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S-Core Dream 3 Light"/>
                <a:ea typeface="+mn-ea"/>
                <a:cs typeface="+mn-cs"/>
              </a:rPr>
              <a:t> </a:t>
            </a:r>
            <a:r>
              <a:rPr kumimoji="0" lang="ko-KR" alt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alibri"/>
                <a:ea typeface="S-Core Dream 3 Light"/>
                <a:cs typeface="+mn-cs"/>
              </a:rPr>
              <a:t>제한</a:t>
            </a:r>
            <a:r>
              <a:rPr kumimoji="0" 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S-Core Dream 3 Light"/>
                <a:ea typeface="+mn-ea"/>
                <a:cs typeface="+mn-cs"/>
              </a:rPr>
              <a:t>: </a:t>
            </a:r>
            <a:r>
              <a:rPr lang="en-US" sz="2800" b="1" spc="-168" noProof="0" dirty="0">
                <a:solidFill>
                  <a:srgbClr val="0F0F0F"/>
                </a:solidFill>
                <a:latin typeface="S-Core Dream 3 Light"/>
                <a:ea typeface="맑은 고딕" panose="020B0503020000020004" pitchFamily="50" charset="-127"/>
              </a:rPr>
              <a:t>1</a:t>
            </a:r>
            <a:r>
              <a:rPr kumimoji="0" lang="en-US" altLang="ko-KR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S-Core Dream 3 Ligh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S-Core Dream 3 Light"/>
                <a:ea typeface="맑은 고딕" panose="020B0503020000020004" pitchFamily="50" charset="-127"/>
                <a:cs typeface="+mn-cs"/>
              </a:rPr>
              <a:t>초</a:t>
            </a:r>
          </a:p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-168" normalizeH="0" baseline="0" noProof="0" dirty="0">
              <a:ln>
                <a:noFill/>
              </a:ln>
              <a:solidFill>
                <a:srgbClr val="0F0F0F"/>
              </a:solidFill>
              <a:effectLst/>
              <a:uLnTx/>
              <a:uFillTx/>
              <a:latin typeface="S-Core Dream 3 Light"/>
              <a:ea typeface="+mn-ea"/>
              <a:cs typeface="+mn-cs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34C6D03-0388-6674-4089-9536F84DBFBA}"/>
              </a:ext>
            </a:extLst>
          </p:cNvPr>
          <p:cNvSpPr txBox="1"/>
          <p:nvPr/>
        </p:nvSpPr>
        <p:spPr>
          <a:xfrm>
            <a:off x="10477500" y="12065000"/>
            <a:ext cx="4292600" cy="495300"/>
          </a:xfrm>
          <a:prstGeom prst="rect">
            <a:avLst/>
          </a:prstGeom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alibri"/>
                <a:ea typeface="S-Core Dream 3 Light"/>
                <a:cs typeface="+mn-cs"/>
              </a:rPr>
              <a:t>난이도</a:t>
            </a:r>
            <a:r>
              <a:rPr kumimoji="0" 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S-Core Dream 3 Light"/>
                <a:ea typeface="+mn-ea"/>
                <a:cs typeface="+mn-cs"/>
              </a:rPr>
              <a:t>: </a:t>
            </a:r>
            <a:r>
              <a:rPr kumimoji="0" lang="ko-KR" altLang="en-US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S-Core Dream 3 Light"/>
                <a:ea typeface="맑은 고딕" panose="020B0503020000020004" pitchFamily="50" charset="-127"/>
                <a:cs typeface="+mn-cs"/>
              </a:rPr>
              <a:t>브론즈 </a:t>
            </a:r>
            <a:r>
              <a:rPr kumimoji="0" lang="en-US" altLang="ko-KR" sz="2800" b="1" i="0" u="none" strike="noStrike" kern="1200" cap="none" spc="-16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S-Core Dream 3 Light"/>
                <a:ea typeface="맑은 고딕" panose="020B0503020000020004" pitchFamily="50" charset="-127"/>
                <a:cs typeface="+mn-cs"/>
              </a:rPr>
              <a:t>Ⅰ</a:t>
            </a:r>
            <a:endParaRPr kumimoji="0" lang="en-US" sz="2800" b="1" i="0" u="none" strike="noStrike" kern="1200" cap="none" spc="-168" normalizeH="0" baseline="0" noProof="0" dirty="0">
              <a:ln>
                <a:noFill/>
              </a:ln>
              <a:solidFill>
                <a:srgbClr val="0F0F0F"/>
              </a:solidFill>
              <a:effectLst/>
              <a:uLnTx/>
              <a:uFillTx/>
              <a:latin typeface="S-Core Dream 3 Light"/>
              <a:ea typeface="+mn-ea"/>
              <a:cs typeface="+mn-cs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1031847-5D59-A8A0-33EA-39F86B59CCBA}"/>
              </a:ext>
            </a:extLst>
          </p:cNvPr>
          <p:cNvSpPr txBox="1"/>
          <p:nvPr/>
        </p:nvSpPr>
        <p:spPr>
          <a:xfrm>
            <a:off x="10102850" y="1485900"/>
            <a:ext cx="2908300" cy="800100"/>
          </a:xfrm>
          <a:prstGeom prst="rect">
            <a:avLst/>
          </a:prstGeom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33" b="0" i="0" u="none" strike="noStrike" kern="1200" cap="none" spc="-27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S-Core Dream 4 Regular"/>
                <a:cs typeface="+mn-cs"/>
              </a:rPr>
              <a:t>문제</a:t>
            </a:r>
            <a:r>
              <a:rPr kumimoji="0" lang="en-US" sz="4533" b="0" i="0" u="none" strike="noStrike" kern="1200" cap="none" spc="-27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-Core Dream 4 Regular"/>
                <a:ea typeface="+mn-ea"/>
                <a:cs typeface="+mn-cs"/>
              </a:rPr>
              <a:t> </a:t>
            </a:r>
            <a:endParaRPr kumimoji="0" lang="ko-KR" altLang="en-US" sz="4533" b="0" i="0" u="none" strike="noStrike" kern="1200" cap="none" spc="-272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S-Core Dream 4 Regular"/>
              <a:cs typeface="+mn-cs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240BF10-5C73-C0B3-DDE9-2C2892C07672}"/>
              </a:ext>
            </a:extLst>
          </p:cNvPr>
          <p:cNvSpPr txBox="1"/>
          <p:nvPr/>
        </p:nvSpPr>
        <p:spPr>
          <a:xfrm>
            <a:off x="762000" y="876300"/>
            <a:ext cx="18275300" cy="6223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3466" spc="-208" dirty="0">
                <a:solidFill>
                  <a:srgbClr val="FFFFFF"/>
                </a:solidFill>
                <a:latin typeface="S-Core Dream 4 Regular"/>
              </a:rPr>
              <a:t>11050</a:t>
            </a:r>
            <a:r>
              <a:rPr kumimoji="0" lang="en-US" altLang="ko-KR" sz="3466" b="0" i="0" u="none" strike="noStrike" kern="1200" cap="none" spc="-20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-Core Dream 4 Regular"/>
                <a:ea typeface="+mn-ea"/>
                <a:cs typeface="+mn-cs"/>
              </a:rPr>
              <a:t>. </a:t>
            </a:r>
            <a:r>
              <a:rPr lang="ko-KR" altLang="en-US" sz="3466" spc="-208" dirty="0">
                <a:solidFill>
                  <a:srgbClr val="FFFFFF"/>
                </a:solidFill>
                <a:latin typeface="S-Core Dream 4 Regular"/>
              </a:rPr>
              <a:t>이항 계수 </a:t>
            </a:r>
            <a:r>
              <a:rPr lang="en-US" altLang="ko-KR" sz="3466" spc="-208" dirty="0">
                <a:solidFill>
                  <a:srgbClr val="FFFFFF"/>
                </a:solidFill>
                <a:latin typeface="S-Core Dream 4 Regular"/>
              </a:rPr>
              <a:t>1</a:t>
            </a:r>
            <a:endParaRPr kumimoji="0" lang="ko-KR" altLang="en-US" sz="3466" b="0" i="0" u="none" strike="noStrike" kern="1200" cap="none" spc="-208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S-Core Dream 4 Regular"/>
              <a:cs typeface="+mn-cs"/>
            </a:endParaRPr>
          </a:p>
        </p:txBody>
      </p:sp>
      <p:pic>
        <p:nvPicPr>
          <p:cNvPr id="19" name="Picture 19">
            <a:extLst>
              <a:ext uri="{FF2B5EF4-FFF2-40B4-BE49-F238E27FC236}">
                <a16:creationId xmlns:a16="http://schemas.microsoft.com/office/drawing/2014/main" id="{40DD4CE4-4B0A-FB06-2C55-807BA30AB1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7900" y="1155700"/>
            <a:ext cx="18465800" cy="25400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D6D3F18E-E0E8-97C5-915A-EB7625E765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700" y="13182600"/>
            <a:ext cx="22479000" cy="25400"/>
          </a:xfrm>
          <a:prstGeom prst="rect">
            <a:avLst/>
          </a:prstGeom>
        </p:spPr>
      </p:pic>
      <p:pic>
        <p:nvPicPr>
          <p:cNvPr id="26" name="Picture 7">
            <a:extLst>
              <a:ext uri="{FF2B5EF4-FFF2-40B4-BE49-F238E27FC236}">
                <a16:creationId xmlns:a16="http://schemas.microsoft.com/office/drawing/2014/main" id="{24A5884D-E167-EE9C-6E24-0E8360EC4F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01304" y="7848600"/>
            <a:ext cx="1485900" cy="671708"/>
          </a:xfrm>
          <a:prstGeom prst="rect">
            <a:avLst/>
          </a:prstGeom>
        </p:spPr>
      </p:pic>
      <p:sp>
        <p:nvSpPr>
          <p:cNvPr id="27" name="TextBox 11">
            <a:extLst>
              <a:ext uri="{FF2B5EF4-FFF2-40B4-BE49-F238E27FC236}">
                <a16:creationId xmlns:a16="http://schemas.microsoft.com/office/drawing/2014/main" id="{1731FC38-37D8-B5DE-E382-937EDBA79AE1}"/>
              </a:ext>
            </a:extLst>
          </p:cNvPr>
          <p:cNvSpPr txBox="1"/>
          <p:nvPr/>
        </p:nvSpPr>
        <p:spPr>
          <a:xfrm>
            <a:off x="394804" y="7911404"/>
            <a:ext cx="3898900" cy="469900"/>
          </a:xfrm>
          <a:prstGeom prst="rect">
            <a:avLst/>
          </a:prstGeom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643" spc="-159" dirty="0">
                <a:solidFill>
                  <a:srgbClr val="FFFFFF"/>
                </a:solidFill>
                <a:latin typeface="Calibri"/>
                <a:ea typeface="S-Core Dream 4 Regular"/>
              </a:rPr>
              <a:t>입</a:t>
            </a:r>
            <a:r>
              <a:rPr kumimoji="0" lang="en" sz="2643" b="0" i="0" u="none" strike="noStrike" kern="1200" cap="none" spc="-159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S-Core Dream 4 Regular"/>
                <a:cs typeface="+mn-cs"/>
              </a:rPr>
              <a:t>력</a:t>
            </a:r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BF6D26A1-EC5D-AC5A-1656-8EAB4F8620A4}"/>
              </a:ext>
            </a:extLst>
          </p:cNvPr>
          <p:cNvSpPr txBox="1"/>
          <p:nvPr/>
        </p:nvSpPr>
        <p:spPr>
          <a:xfrm>
            <a:off x="1608482" y="10547350"/>
            <a:ext cx="21009113" cy="654050"/>
          </a:xfrm>
          <a:prstGeom prst="rect">
            <a:avLst/>
          </a:prstGeom>
        </p:spPr>
        <p:txBody>
          <a:bodyPr rtlCol="0" anchor="t"/>
          <a:lstStyle/>
          <a:p>
            <a:pPr marL="342900" marR="0" lvl="1" indent="-342900" algn="l" defTabSz="914400" rtl="0" eaLnBrk="1" fontAlgn="auto" latinLnBrk="0" hangingPunct="1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●"/>
              <a:tabLst/>
              <a:defRPr/>
            </a:pPr>
            <a:r>
              <a:rPr kumimoji="0" lang="ko-KR" altLang="en-US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이항 계수를 출력한다</a:t>
            </a:r>
            <a:r>
              <a:rPr kumimoji="0" lang="en-US" altLang="ko-KR" sz="2800" b="0" i="0" u="none" strike="noStrike" kern="1200" cap="none" spc="-14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pic>
        <p:nvPicPr>
          <p:cNvPr id="22" name="Picture 7">
            <a:extLst>
              <a:ext uri="{FF2B5EF4-FFF2-40B4-BE49-F238E27FC236}">
                <a16:creationId xmlns:a16="http://schemas.microsoft.com/office/drawing/2014/main" id="{522480C5-B3B8-EF34-20B9-0295CE842F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7500" y="9709150"/>
            <a:ext cx="1485900" cy="671708"/>
          </a:xfrm>
          <a:prstGeom prst="rect">
            <a:avLst/>
          </a:prstGeom>
        </p:spPr>
      </p:pic>
      <p:sp>
        <p:nvSpPr>
          <p:cNvPr id="23" name="TextBox 11">
            <a:extLst>
              <a:ext uri="{FF2B5EF4-FFF2-40B4-BE49-F238E27FC236}">
                <a16:creationId xmlns:a16="http://schemas.microsoft.com/office/drawing/2014/main" id="{6F24F40E-8E5D-0457-E7A9-AF95C84BC2F6}"/>
              </a:ext>
            </a:extLst>
          </p:cNvPr>
          <p:cNvSpPr txBox="1"/>
          <p:nvPr/>
        </p:nvSpPr>
        <p:spPr>
          <a:xfrm>
            <a:off x="381000" y="9771954"/>
            <a:ext cx="3898900" cy="469900"/>
          </a:xfrm>
          <a:prstGeom prst="rect">
            <a:avLst/>
          </a:prstGeom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643" b="0" i="0" u="none" strike="noStrike" kern="1200" cap="none" spc="-159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S-Core Dream 4 Regular"/>
                <a:cs typeface="+mn-cs"/>
              </a:rPr>
              <a:t>출력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EF3C86-C098-6718-8968-1EAA59C7A3E8}"/>
              </a:ext>
            </a:extLst>
          </p:cNvPr>
          <p:cNvSpPr txBox="1"/>
          <p:nvPr/>
        </p:nvSpPr>
        <p:spPr>
          <a:xfrm>
            <a:off x="3429000" y="5521795"/>
            <a:ext cx="15847943" cy="931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ko-KR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nCk = n! / (k!·(n–k)!)</a:t>
            </a:r>
            <a:endParaRPr kumimoji="0" lang="ko-KR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3134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460500"/>
            <a:ext cx="21361400" cy="25400"/>
          </a:xfrm>
          <a:prstGeom prst="rect">
            <a:avLst/>
          </a:prstGeom>
          <a:effectLst>
            <a:outerShdw blurRad="1143" dist="2638" dir="270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3030200"/>
            <a:ext cx="21361400" cy="25400"/>
          </a:xfrm>
          <a:prstGeom prst="rect">
            <a:avLst/>
          </a:prstGeom>
          <a:effectLst>
            <a:outerShdw blurRad="1143" dist="2638" dir="2700000">
              <a:srgbClr val="000000">
                <a:alpha val="50000"/>
              </a:srgbClr>
            </a:outerShdw>
          </a:effectLst>
        </p:spPr>
      </p:pic>
      <p:sp>
        <p:nvSpPr>
          <p:cNvPr id="10" name="TextBox 10"/>
          <p:cNvSpPr txBox="1"/>
          <p:nvPr/>
        </p:nvSpPr>
        <p:spPr>
          <a:xfrm>
            <a:off x="1524000" y="876300"/>
            <a:ext cx="3911600" cy="444500"/>
          </a:xfrm>
          <a:prstGeom prst="rect">
            <a:avLst/>
          </a:prstGeom>
        </p:spPr>
        <p:txBody>
          <a:bodyPr lIns="0" tIns="31665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93" b="0" i="0" u="none" strike="noStrike" kern="1200" cap="none" spc="-25" normalizeH="0" baseline="0" noProof="0" dirty="0">
                <a:ln>
                  <a:noFill/>
                </a:ln>
                <a:solidFill>
                  <a:srgbClr val="FCFCFC"/>
                </a:solidFill>
                <a:effectLst/>
                <a:uLnTx/>
                <a:uFillTx/>
                <a:latin typeface="S-Core Dream 4 Regular"/>
                <a:ea typeface="+mn-ea"/>
                <a:cs typeface="+mn-cs"/>
              </a:rPr>
              <a:t>11050. </a:t>
            </a:r>
            <a:r>
              <a:rPr kumimoji="0" lang="ko-KR" altLang="en-US" sz="2493" b="0" i="0" u="none" strike="noStrike" kern="1200" cap="none" spc="-25" normalizeH="0" baseline="0" noProof="0" dirty="0">
                <a:ln>
                  <a:noFill/>
                </a:ln>
                <a:solidFill>
                  <a:srgbClr val="FCFCFC"/>
                </a:solidFill>
                <a:effectLst/>
                <a:uLnTx/>
                <a:uFillTx/>
                <a:latin typeface="S-Core Dream 4 Regular"/>
                <a:ea typeface="+mn-ea"/>
                <a:cs typeface="+mn-cs"/>
              </a:rPr>
              <a:t>이항 계수 </a:t>
            </a:r>
            <a:r>
              <a:rPr kumimoji="0" lang="en-US" altLang="ko-KR" sz="2493" b="0" i="0" u="none" strike="noStrike" kern="1200" cap="none" spc="-25" normalizeH="0" baseline="0" noProof="0" dirty="0">
                <a:ln>
                  <a:noFill/>
                </a:ln>
                <a:solidFill>
                  <a:srgbClr val="FCFCFC"/>
                </a:solidFill>
                <a:effectLst/>
                <a:uLnTx/>
                <a:uFillTx/>
                <a:latin typeface="S-Core Dream 4 Regular"/>
                <a:ea typeface="+mn-ea"/>
                <a:cs typeface="+mn-cs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122400" y="5283200"/>
            <a:ext cx="10629900" cy="850900"/>
          </a:xfrm>
          <a:prstGeom prst="rect">
            <a:avLst/>
          </a:prstGeom>
        </p:spPr>
        <p:txBody>
          <a:bodyPr lIns="0" tIns="30479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4799" b="0" i="0" u="none" strike="noStrike" kern="1200" cap="none" spc="-48" normalizeH="0" baseline="0" noProof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alibri"/>
                <a:ea typeface="S-Core Dream 6 Bold"/>
                <a:cs typeface="+mn-cs"/>
              </a:rPr>
              <a:t>부제목</a:t>
            </a:r>
          </a:p>
        </p:txBody>
      </p:sp>
      <p:pic>
        <p:nvPicPr>
          <p:cNvPr id="18" name="Picture 5">
            <a:extLst>
              <a:ext uri="{FF2B5EF4-FFF2-40B4-BE49-F238E27FC236}">
                <a16:creationId xmlns:a16="http://schemas.microsoft.com/office/drawing/2014/main" id="{BD015217-92A5-8FBE-2029-26165D642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951214"/>
            <a:ext cx="12941300" cy="9702006"/>
          </a:xfrm>
          <a:prstGeom prst="rect">
            <a:avLst/>
          </a:prstGeom>
        </p:spPr>
      </p:pic>
      <p:pic>
        <p:nvPicPr>
          <p:cNvPr id="19" name="Picture 6">
            <a:extLst>
              <a:ext uri="{FF2B5EF4-FFF2-40B4-BE49-F238E27FC236}">
                <a16:creationId xmlns:a16="http://schemas.microsoft.com/office/drawing/2014/main" id="{0D17124D-7D6B-69E0-A8A1-269285C00F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8000" y="2350178"/>
            <a:ext cx="12941300" cy="507323"/>
          </a:xfrm>
          <a:prstGeom prst="rect">
            <a:avLst/>
          </a:prstGeom>
        </p:spPr>
      </p:pic>
      <p:pic>
        <p:nvPicPr>
          <p:cNvPr id="20" name="Picture 9">
            <a:extLst>
              <a:ext uri="{FF2B5EF4-FFF2-40B4-BE49-F238E27FC236}">
                <a16:creationId xmlns:a16="http://schemas.microsoft.com/office/drawing/2014/main" id="{C6A4FDF6-5934-A7B3-5368-93B9D05E1D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5400" y="1981200"/>
            <a:ext cx="12941300" cy="635000"/>
          </a:xfrm>
          <a:prstGeom prst="rect">
            <a:avLst/>
          </a:prstGeom>
        </p:spPr>
      </p:pic>
      <p:pic>
        <p:nvPicPr>
          <p:cNvPr id="21" name="Picture 14">
            <a:extLst>
              <a:ext uri="{FF2B5EF4-FFF2-40B4-BE49-F238E27FC236}">
                <a16:creationId xmlns:a16="http://schemas.microsoft.com/office/drawing/2014/main" id="{B1C45802-FF71-C6EE-5135-2837775B92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16400" y="2171700"/>
            <a:ext cx="190500" cy="228600"/>
          </a:xfrm>
          <a:prstGeom prst="rect">
            <a:avLst/>
          </a:prstGeom>
        </p:spPr>
      </p:pic>
      <p:pic>
        <p:nvPicPr>
          <p:cNvPr id="22" name="Picture 15">
            <a:extLst>
              <a:ext uri="{FF2B5EF4-FFF2-40B4-BE49-F238E27FC236}">
                <a16:creationId xmlns:a16="http://schemas.microsoft.com/office/drawing/2014/main" id="{E3A1BDD5-672A-6338-0D2C-30123AD2A2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284700" y="2171700"/>
            <a:ext cx="190500" cy="228600"/>
          </a:xfrm>
          <a:prstGeom prst="rect">
            <a:avLst/>
          </a:prstGeom>
        </p:spPr>
      </p:pic>
      <p:pic>
        <p:nvPicPr>
          <p:cNvPr id="23" name="Picture 16">
            <a:extLst>
              <a:ext uri="{FF2B5EF4-FFF2-40B4-BE49-F238E27FC236}">
                <a16:creationId xmlns:a16="http://schemas.microsoft.com/office/drawing/2014/main" id="{29A77CAF-533B-3B33-A0A0-1960F65C829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653000" y="2171700"/>
            <a:ext cx="190500" cy="22860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D23393CD-3A8F-68DF-BA9C-00D1A6D5AC3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0212" y="304800"/>
            <a:ext cx="1554988" cy="155498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ABA711B-9D6F-AC30-3DE6-3E1AA764C6D8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5545" t="12037" r="22606" b="19114"/>
          <a:stretch>
            <a:fillRect/>
          </a:stretch>
        </p:blipFill>
        <p:spPr>
          <a:xfrm>
            <a:off x="5115339" y="2786822"/>
            <a:ext cx="12931361" cy="94432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1524000" y="876300"/>
            <a:ext cx="3911600" cy="444500"/>
          </a:xfrm>
          <a:prstGeom prst="rect">
            <a:avLst/>
          </a:prstGeom>
        </p:spPr>
        <p:txBody>
          <a:bodyPr lIns="0" tIns="31665" rIns="0" bIns="0" rtlCol="0" anchor="t"/>
          <a:lstStyle/>
          <a:p>
            <a:pPr lvl="0">
              <a:lnSpc>
                <a:spcPct val="99600"/>
              </a:lnSpc>
              <a:defRPr/>
            </a:pPr>
            <a:r>
              <a:rPr lang="en-US" altLang="ko-KR" sz="2493" spc="-25" dirty="0">
                <a:solidFill>
                  <a:srgbClr val="FCFCFC"/>
                </a:solidFill>
                <a:latin typeface="S-Core Dream 4 Regular"/>
              </a:rPr>
              <a:t>11050. </a:t>
            </a:r>
            <a:r>
              <a:rPr lang="ko-KR" altLang="en-US" sz="2493" spc="-25" dirty="0">
                <a:solidFill>
                  <a:srgbClr val="FCFCFC"/>
                </a:solidFill>
                <a:latin typeface="S-Core Dream 4 Regular"/>
              </a:rPr>
              <a:t>이항 계수 </a:t>
            </a:r>
            <a:r>
              <a:rPr lang="en-US" altLang="ko-KR" sz="2493" spc="-25" dirty="0">
                <a:solidFill>
                  <a:srgbClr val="FCFCFC"/>
                </a:solidFill>
                <a:latin typeface="S-Core Dream 4 Regular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122400" y="5283200"/>
            <a:ext cx="10629900" cy="850900"/>
          </a:xfrm>
          <a:prstGeom prst="rect">
            <a:avLst/>
          </a:prstGeom>
        </p:spPr>
        <p:txBody>
          <a:bodyPr lIns="0" tIns="30479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4799" b="0" i="0" u="none" strike="noStrike" kern="1200" cap="none" spc="-48" normalizeH="0" baseline="0" noProof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alibri"/>
                <a:ea typeface="S-Core Dream 6 Bold"/>
                <a:cs typeface="+mn-cs"/>
              </a:rPr>
              <a:t>부제목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A31FA1AF-02BD-22B6-79B8-3B5B85B93B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69200" y="243583"/>
            <a:ext cx="2493099" cy="1661417"/>
          </a:xfrm>
          <a:prstGeom prst="rect">
            <a:avLst/>
          </a:prstGeom>
        </p:spPr>
      </p:pic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9FD5B1F2-DEA9-65E1-7C7E-8AE738C6C2C9}"/>
              </a:ext>
            </a:extLst>
          </p:cNvPr>
          <p:cNvCxnSpPr>
            <a:cxnSpLocks/>
          </p:cNvCxnSpPr>
          <p:nvPr/>
        </p:nvCxnSpPr>
        <p:spPr>
          <a:xfrm>
            <a:off x="1524000" y="1447800"/>
            <a:ext cx="212979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116AFC5B-4E2B-ADEF-F8D3-C88982AB3445}"/>
              </a:ext>
            </a:extLst>
          </p:cNvPr>
          <p:cNvCxnSpPr>
            <a:cxnSpLocks/>
          </p:cNvCxnSpPr>
          <p:nvPr/>
        </p:nvCxnSpPr>
        <p:spPr>
          <a:xfrm>
            <a:off x="1524000" y="13030200"/>
            <a:ext cx="212979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5">
            <a:extLst>
              <a:ext uri="{FF2B5EF4-FFF2-40B4-BE49-F238E27FC236}">
                <a16:creationId xmlns:a16="http://schemas.microsoft.com/office/drawing/2014/main" id="{16C0F0CF-D190-B1E6-3C23-07CE2B704D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686"/>
          <a:stretch>
            <a:fillRect/>
          </a:stretch>
        </p:blipFill>
        <p:spPr>
          <a:xfrm>
            <a:off x="5588000" y="3499284"/>
            <a:ext cx="12941300" cy="8083116"/>
          </a:xfrm>
          <a:prstGeom prst="rect">
            <a:avLst/>
          </a:prstGeom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4DD2AECA-6634-C9D9-DE5B-F4947A8B1E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898248"/>
            <a:ext cx="12941300" cy="507323"/>
          </a:xfrm>
          <a:prstGeom prst="rect">
            <a:avLst/>
          </a:prstGeom>
        </p:spPr>
      </p:pic>
      <p:pic>
        <p:nvPicPr>
          <p:cNvPr id="6" name="Picture 9">
            <a:extLst>
              <a:ext uri="{FF2B5EF4-FFF2-40B4-BE49-F238E27FC236}">
                <a16:creationId xmlns:a16="http://schemas.microsoft.com/office/drawing/2014/main" id="{A282DEF0-4447-AD66-4150-3F8C01543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5400" y="2529270"/>
            <a:ext cx="12941300" cy="635000"/>
          </a:xfrm>
          <a:prstGeom prst="rect">
            <a:avLst/>
          </a:prstGeom>
        </p:spPr>
      </p:pic>
      <p:pic>
        <p:nvPicPr>
          <p:cNvPr id="7" name="Picture 14">
            <a:extLst>
              <a:ext uri="{FF2B5EF4-FFF2-40B4-BE49-F238E27FC236}">
                <a16:creationId xmlns:a16="http://schemas.microsoft.com/office/drawing/2014/main" id="{58AD9324-D331-CC2E-0C85-3FD6E86F22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16400" y="2719770"/>
            <a:ext cx="190500" cy="228600"/>
          </a:xfrm>
          <a:prstGeom prst="rect">
            <a:avLst/>
          </a:prstGeom>
        </p:spPr>
      </p:pic>
      <p:pic>
        <p:nvPicPr>
          <p:cNvPr id="8" name="Picture 15">
            <a:extLst>
              <a:ext uri="{FF2B5EF4-FFF2-40B4-BE49-F238E27FC236}">
                <a16:creationId xmlns:a16="http://schemas.microsoft.com/office/drawing/2014/main" id="{DB3E20B8-6532-E415-CDD9-DC3BAB7AC9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84700" y="2719770"/>
            <a:ext cx="190500" cy="228600"/>
          </a:xfrm>
          <a:prstGeom prst="rect">
            <a:avLst/>
          </a:prstGeom>
        </p:spPr>
      </p:pic>
      <p:pic>
        <p:nvPicPr>
          <p:cNvPr id="9" name="Picture 16">
            <a:extLst>
              <a:ext uri="{FF2B5EF4-FFF2-40B4-BE49-F238E27FC236}">
                <a16:creationId xmlns:a16="http://schemas.microsoft.com/office/drawing/2014/main" id="{AB0E152A-CCDB-C75E-8184-0A8B7A92F7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653000" y="2719770"/>
            <a:ext cx="190500" cy="2286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2FEC9E8-BD73-4082-766C-D71A1BA17E1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6019" t="17501" r="29589" b="15287"/>
          <a:stretch>
            <a:fillRect/>
          </a:stretch>
        </p:blipFill>
        <p:spPr>
          <a:xfrm>
            <a:off x="5112026" y="3405571"/>
            <a:ext cx="12941300" cy="76695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E33FEA-D858-24A7-235F-CF519EC47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0689DE53-9896-2579-025A-AA7019556D36}"/>
              </a:ext>
            </a:extLst>
          </p:cNvPr>
          <p:cNvSpPr txBox="1"/>
          <p:nvPr/>
        </p:nvSpPr>
        <p:spPr>
          <a:xfrm>
            <a:off x="1524000" y="876300"/>
            <a:ext cx="3911600" cy="444500"/>
          </a:xfrm>
          <a:prstGeom prst="rect">
            <a:avLst/>
          </a:prstGeom>
        </p:spPr>
        <p:txBody>
          <a:bodyPr lIns="0" tIns="31665" rIns="0" bIns="0" rtlCol="0" anchor="t"/>
          <a:lstStyle/>
          <a:p>
            <a:pPr lvl="0">
              <a:lnSpc>
                <a:spcPct val="99600"/>
              </a:lnSpc>
              <a:defRPr/>
            </a:pPr>
            <a:r>
              <a:rPr lang="en-US" altLang="ko-KR" sz="2493" spc="-25" dirty="0">
                <a:solidFill>
                  <a:srgbClr val="FCFCFC"/>
                </a:solidFill>
                <a:latin typeface="S-Core Dream 4 Regular"/>
              </a:rPr>
              <a:t>11050. </a:t>
            </a:r>
            <a:r>
              <a:rPr lang="ko-KR" altLang="en-US" sz="2493" spc="-25" dirty="0">
                <a:solidFill>
                  <a:srgbClr val="FCFCFC"/>
                </a:solidFill>
                <a:latin typeface="S-Core Dream 4 Regular"/>
              </a:rPr>
              <a:t>이항 계수 </a:t>
            </a:r>
            <a:r>
              <a:rPr lang="en-US" altLang="ko-KR" sz="2493" spc="-25" dirty="0">
                <a:solidFill>
                  <a:srgbClr val="FCFCFC"/>
                </a:solidFill>
                <a:latin typeface="S-Core Dream 4 Regular"/>
              </a:rPr>
              <a:t>1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0836D8B-9C0C-1A8A-B8DB-92C81B51830C}"/>
              </a:ext>
            </a:extLst>
          </p:cNvPr>
          <p:cNvSpPr txBox="1"/>
          <p:nvPr/>
        </p:nvSpPr>
        <p:spPr>
          <a:xfrm>
            <a:off x="14122400" y="5283200"/>
            <a:ext cx="10629900" cy="850900"/>
          </a:xfrm>
          <a:prstGeom prst="rect">
            <a:avLst/>
          </a:prstGeom>
        </p:spPr>
        <p:txBody>
          <a:bodyPr lIns="0" tIns="30479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4799" b="0" i="0" u="none" strike="noStrike" kern="1200" cap="none" spc="-48" normalizeH="0" baseline="0" noProof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alibri"/>
                <a:ea typeface="S-Core Dream 6 Bold"/>
                <a:cs typeface="+mn-cs"/>
              </a:rPr>
              <a:t>부제목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18DBA85B-C9AE-CDD2-5095-D29069548261}"/>
              </a:ext>
            </a:extLst>
          </p:cNvPr>
          <p:cNvCxnSpPr>
            <a:cxnSpLocks/>
          </p:cNvCxnSpPr>
          <p:nvPr/>
        </p:nvCxnSpPr>
        <p:spPr>
          <a:xfrm>
            <a:off x="1524000" y="1447800"/>
            <a:ext cx="21297900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1">
            <a:extLst>
              <a:ext uri="{FF2B5EF4-FFF2-40B4-BE49-F238E27FC236}">
                <a16:creationId xmlns:a16="http://schemas.microsoft.com/office/drawing/2014/main" id="{A362BBC9-75DA-6CC8-C653-51EB2240A522}"/>
              </a:ext>
            </a:extLst>
          </p:cNvPr>
          <p:cNvSpPr txBox="1"/>
          <p:nvPr/>
        </p:nvSpPr>
        <p:spPr>
          <a:xfrm>
            <a:off x="14122400" y="5283200"/>
            <a:ext cx="10629900" cy="850900"/>
          </a:xfrm>
          <a:prstGeom prst="rect">
            <a:avLst/>
          </a:prstGeom>
        </p:spPr>
        <p:txBody>
          <a:bodyPr lIns="0" tIns="30479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4799" b="0" i="0" u="none" strike="noStrike" kern="1200" cap="none" spc="-48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alibri"/>
                <a:ea typeface="S-Core Dream 6 Bold"/>
                <a:cs typeface="+mn-cs"/>
              </a:rPr>
              <a:t>제목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A611FEA8-0DE3-7DF5-ABB0-2CE99083C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8900" y="-224306"/>
            <a:ext cx="3766930" cy="2510306"/>
          </a:xfrm>
          <a:prstGeom prst="rect">
            <a:avLst/>
          </a:prstGeom>
        </p:spPr>
      </p:pic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61A1AC65-753E-3DD1-678D-1426B68725BC}"/>
              </a:ext>
            </a:extLst>
          </p:cNvPr>
          <p:cNvCxnSpPr>
            <a:cxnSpLocks/>
          </p:cNvCxnSpPr>
          <p:nvPr/>
        </p:nvCxnSpPr>
        <p:spPr>
          <a:xfrm>
            <a:off x="1543050" y="13030200"/>
            <a:ext cx="21297900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5">
            <a:extLst>
              <a:ext uri="{FF2B5EF4-FFF2-40B4-BE49-F238E27FC236}">
                <a16:creationId xmlns:a16="http://schemas.microsoft.com/office/drawing/2014/main" id="{7AB50E74-8EEA-A351-69C1-25AE1BF71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0" y="2951214"/>
            <a:ext cx="12941300" cy="9702006"/>
          </a:xfrm>
          <a:prstGeom prst="rect">
            <a:avLst/>
          </a:prstGeom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13B0B839-9C0A-7EE3-9EDD-3797550C56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350178"/>
            <a:ext cx="12941300" cy="507323"/>
          </a:xfrm>
          <a:prstGeom prst="rect">
            <a:avLst/>
          </a:prstGeom>
        </p:spPr>
      </p:pic>
      <p:pic>
        <p:nvPicPr>
          <p:cNvPr id="6" name="Picture 9">
            <a:extLst>
              <a:ext uri="{FF2B5EF4-FFF2-40B4-BE49-F238E27FC236}">
                <a16:creationId xmlns:a16="http://schemas.microsoft.com/office/drawing/2014/main" id="{F10EBE50-D921-652B-0309-2A6D5FF754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5400" y="1981200"/>
            <a:ext cx="12941300" cy="635000"/>
          </a:xfrm>
          <a:prstGeom prst="rect">
            <a:avLst/>
          </a:prstGeom>
        </p:spPr>
      </p:pic>
      <p:pic>
        <p:nvPicPr>
          <p:cNvPr id="7" name="Picture 14">
            <a:extLst>
              <a:ext uri="{FF2B5EF4-FFF2-40B4-BE49-F238E27FC236}">
                <a16:creationId xmlns:a16="http://schemas.microsoft.com/office/drawing/2014/main" id="{340A0439-4EBD-5CC8-D0FD-F5D48FE14E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16400" y="2171700"/>
            <a:ext cx="190500" cy="228600"/>
          </a:xfrm>
          <a:prstGeom prst="rect">
            <a:avLst/>
          </a:prstGeom>
        </p:spPr>
      </p:pic>
      <p:pic>
        <p:nvPicPr>
          <p:cNvPr id="8" name="Picture 15">
            <a:extLst>
              <a:ext uri="{FF2B5EF4-FFF2-40B4-BE49-F238E27FC236}">
                <a16:creationId xmlns:a16="http://schemas.microsoft.com/office/drawing/2014/main" id="{274AA827-2A43-1062-6E24-62E0D42790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84700" y="2171700"/>
            <a:ext cx="190500" cy="228600"/>
          </a:xfrm>
          <a:prstGeom prst="rect">
            <a:avLst/>
          </a:prstGeom>
        </p:spPr>
      </p:pic>
      <p:pic>
        <p:nvPicPr>
          <p:cNvPr id="9" name="Picture 16">
            <a:extLst>
              <a:ext uri="{FF2B5EF4-FFF2-40B4-BE49-F238E27FC236}">
                <a16:creationId xmlns:a16="http://schemas.microsoft.com/office/drawing/2014/main" id="{43C51F25-7C54-6143-41A4-F0565E7A41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653000" y="2171700"/>
            <a:ext cx="190500" cy="2286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803E1DB-A7CB-93C7-03F8-C151C3BFF3C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712" t="13333" r="23993" b="17778"/>
          <a:stretch>
            <a:fillRect/>
          </a:stretch>
        </p:blipFill>
        <p:spPr>
          <a:xfrm>
            <a:off x="5105400" y="2819399"/>
            <a:ext cx="12941300" cy="944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67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EFF3F8-5950-DC23-AF62-AD2A00551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ADB687F-DA37-147B-AC36-2F7752642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300" y="1155700"/>
            <a:ext cx="19951700" cy="25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3DAAE88-EAF3-66A0-AF2B-596CC0EB3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200" y="12636500"/>
            <a:ext cx="21361400" cy="25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08B53FE2-A9A8-B120-C922-EDE3C459D36D}"/>
              </a:ext>
            </a:extLst>
          </p:cNvPr>
          <p:cNvSpPr txBox="1"/>
          <p:nvPr/>
        </p:nvSpPr>
        <p:spPr>
          <a:xfrm>
            <a:off x="2222500" y="5956300"/>
            <a:ext cx="4940300" cy="800100"/>
          </a:xfrm>
          <a:prstGeom prst="rect">
            <a:avLst/>
          </a:prstGeom>
        </p:spPr>
        <p:txBody>
          <a:bodyPr lIns="0" tIns="57572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4533" b="0" i="0" u="none" strike="noStrike" spc="-45" dirty="0">
                <a:solidFill>
                  <a:srgbClr val="FFFFFF"/>
                </a:solidFill>
                <a:ea typeface="S-Core Dream 5 Medium"/>
              </a:rPr>
              <a:t>백준 온라인 저지</a:t>
            </a:r>
            <a:endParaRPr lang="ko-KR" sz="4533" b="0" i="0" u="none" strike="noStrike" spc="-45" dirty="0">
              <a:solidFill>
                <a:srgbClr val="FFFFFF"/>
              </a:solidFill>
              <a:ea typeface="S-Core Dream 5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D8D8BEC-096C-3466-A76B-91F0B23E4326}"/>
              </a:ext>
            </a:extLst>
          </p:cNvPr>
          <p:cNvSpPr txBox="1"/>
          <p:nvPr/>
        </p:nvSpPr>
        <p:spPr>
          <a:xfrm>
            <a:off x="2260600" y="6870700"/>
            <a:ext cx="4864100" cy="444500"/>
          </a:xfrm>
          <a:prstGeom prst="rect">
            <a:avLst/>
          </a:prstGeom>
        </p:spPr>
        <p:txBody>
          <a:bodyPr lIns="0" tIns="31735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498" spc="-25" dirty="0">
                <a:solidFill>
                  <a:srgbClr val="FFFFFF"/>
                </a:solidFill>
                <a:latin typeface="S-Core Dream 3 Light"/>
              </a:rPr>
              <a:t>https://www.acmicpc.net/</a:t>
            </a:r>
            <a:endParaRPr lang="en" sz="2498" b="0" i="0" u="none" strike="noStrike" spc="-25" dirty="0">
              <a:solidFill>
                <a:srgbClr val="FFFFFF"/>
              </a:solidFill>
              <a:latin typeface="S-Core Dream 3 Light"/>
            </a:endParaRP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372CDE79-0139-B7FC-F64E-FB39E9C04292}"/>
              </a:ext>
            </a:extLst>
          </p:cNvPr>
          <p:cNvSpPr txBox="1"/>
          <p:nvPr/>
        </p:nvSpPr>
        <p:spPr>
          <a:xfrm>
            <a:off x="431800" y="825500"/>
            <a:ext cx="2540000" cy="685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3857" b="1" i="0" u="sng" strike="noStrike" dirty="0">
                <a:solidFill>
                  <a:srgbClr val="FFFFFF"/>
                </a:solidFill>
                <a:latin typeface="Pretendard Regular"/>
              </a:rPr>
              <a:t>Reference</a:t>
            </a:r>
            <a:endParaRPr lang="en" sz="3857" b="1" i="0" u="sng" strike="noStrike" dirty="0">
              <a:solidFill>
                <a:srgbClr val="FFFFFF"/>
              </a:solidFill>
              <a:latin typeface="Pretendard Regular"/>
            </a:endParaRPr>
          </a:p>
        </p:txBody>
      </p:sp>
      <p:sp>
        <p:nvSpPr>
          <p:cNvPr id="37" name="TextBox 10">
            <a:extLst>
              <a:ext uri="{FF2B5EF4-FFF2-40B4-BE49-F238E27FC236}">
                <a16:creationId xmlns:a16="http://schemas.microsoft.com/office/drawing/2014/main" id="{79DC5351-13FB-1A45-CDDE-A9B792CBA195}"/>
              </a:ext>
            </a:extLst>
          </p:cNvPr>
          <p:cNvSpPr txBox="1"/>
          <p:nvPr/>
        </p:nvSpPr>
        <p:spPr>
          <a:xfrm>
            <a:off x="9296400" y="5943600"/>
            <a:ext cx="4940300" cy="800100"/>
          </a:xfrm>
          <a:prstGeom prst="rect">
            <a:avLst/>
          </a:prstGeom>
        </p:spPr>
        <p:txBody>
          <a:bodyPr lIns="0" tIns="57572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altLang="ko-KR" sz="4533" b="0" i="0" u="none" strike="noStrike" spc="-45" dirty="0">
                <a:solidFill>
                  <a:srgbClr val="FFFFFF"/>
                </a:solidFill>
                <a:ea typeface="S-Core Dream 5 Medium"/>
              </a:rPr>
              <a:t>ChatGPT</a:t>
            </a:r>
            <a:endParaRPr lang="ko-KR" sz="4533" b="0" i="0" u="none" strike="noStrike" spc="-45" dirty="0">
              <a:solidFill>
                <a:srgbClr val="FFFFFF"/>
              </a:solidFill>
              <a:ea typeface="S-Core Dream 5 Medium"/>
            </a:endParaRPr>
          </a:p>
        </p:txBody>
      </p:sp>
      <p:sp>
        <p:nvSpPr>
          <p:cNvPr id="38" name="TextBox 16">
            <a:extLst>
              <a:ext uri="{FF2B5EF4-FFF2-40B4-BE49-F238E27FC236}">
                <a16:creationId xmlns:a16="http://schemas.microsoft.com/office/drawing/2014/main" id="{715B012A-7EA9-AD72-3F19-9CFEF8FF60A4}"/>
              </a:ext>
            </a:extLst>
          </p:cNvPr>
          <p:cNvSpPr txBox="1"/>
          <p:nvPr/>
        </p:nvSpPr>
        <p:spPr>
          <a:xfrm>
            <a:off x="9334500" y="6858000"/>
            <a:ext cx="4864100" cy="444500"/>
          </a:xfrm>
          <a:prstGeom prst="rect">
            <a:avLst/>
          </a:prstGeom>
        </p:spPr>
        <p:txBody>
          <a:bodyPr lIns="0" tIns="31735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498" spc="-25" dirty="0">
                <a:solidFill>
                  <a:srgbClr val="FFFFFF"/>
                </a:solidFill>
                <a:latin typeface="S-Core Dream 3 Light"/>
              </a:rPr>
              <a:t>https://chatgpt.com/</a:t>
            </a:r>
            <a:endParaRPr lang="en" sz="2498" b="0" i="0" u="none" strike="noStrike" spc="-25" dirty="0">
              <a:solidFill>
                <a:srgbClr val="FFFFFF"/>
              </a:solidFill>
              <a:latin typeface="S-Core Dream 3 Light"/>
            </a:endParaRP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381164E6-AA33-1FDD-06E2-A63546C5CEF6}"/>
              </a:ext>
            </a:extLst>
          </p:cNvPr>
          <p:cNvSpPr txBox="1"/>
          <p:nvPr/>
        </p:nvSpPr>
        <p:spPr>
          <a:xfrm>
            <a:off x="16319500" y="5943600"/>
            <a:ext cx="4940300" cy="800100"/>
          </a:xfrm>
          <a:prstGeom prst="rect">
            <a:avLst/>
          </a:prstGeom>
        </p:spPr>
        <p:txBody>
          <a:bodyPr lIns="0" tIns="57572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altLang="ko-KR" sz="4800" spc="-25" dirty="0">
                <a:solidFill>
                  <a:srgbClr val="FFFFFF"/>
                </a:solidFill>
                <a:latin typeface="S-Core Dream 3 Light"/>
              </a:rPr>
              <a:t>perplexity</a:t>
            </a:r>
            <a:endParaRPr lang="ko-KR" sz="4533" b="0" i="0" u="none" strike="noStrike" spc="-45" dirty="0">
              <a:solidFill>
                <a:srgbClr val="FFFFFF"/>
              </a:solidFill>
              <a:ea typeface="S-Core Dream 5 Medium"/>
            </a:endParaRPr>
          </a:p>
        </p:txBody>
      </p:sp>
      <p:sp>
        <p:nvSpPr>
          <p:cNvPr id="40" name="TextBox 16">
            <a:extLst>
              <a:ext uri="{FF2B5EF4-FFF2-40B4-BE49-F238E27FC236}">
                <a16:creationId xmlns:a16="http://schemas.microsoft.com/office/drawing/2014/main" id="{805EADE1-4031-7C96-7C17-DB4C4ADC822E}"/>
              </a:ext>
            </a:extLst>
          </p:cNvPr>
          <p:cNvSpPr txBox="1"/>
          <p:nvPr/>
        </p:nvSpPr>
        <p:spPr>
          <a:xfrm>
            <a:off x="16357600" y="6858000"/>
            <a:ext cx="4864100" cy="444500"/>
          </a:xfrm>
          <a:prstGeom prst="rect">
            <a:avLst/>
          </a:prstGeom>
        </p:spPr>
        <p:txBody>
          <a:bodyPr lIns="0" tIns="31735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498" spc="-25" dirty="0">
                <a:solidFill>
                  <a:srgbClr val="FFFFFF"/>
                </a:solidFill>
                <a:latin typeface="S-Core Dream 3 Light"/>
              </a:rPr>
              <a:t>https://www.perplexity.ai/</a:t>
            </a:r>
            <a:endParaRPr lang="en" sz="2498" b="0" i="0" u="none" strike="noStrike" spc="-25" dirty="0">
              <a:solidFill>
                <a:srgbClr val="FFFFFF"/>
              </a:solidFill>
              <a:latin typeface="S-Core Dream 3 Light"/>
            </a:endParaRPr>
          </a:p>
        </p:txBody>
      </p:sp>
    </p:spTree>
    <p:extLst>
      <p:ext uri="{BB962C8B-B14F-4D97-AF65-F5344CB8AC3E}">
        <p14:creationId xmlns:p14="http://schemas.microsoft.com/office/powerpoint/2010/main" val="1942368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C0F212-3680-3689-B028-D10F23B8C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2C7C6423-9111-28C2-B69C-E24B62A5F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155700"/>
            <a:ext cx="22783800" cy="25400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8E62A7A9-06BB-3895-DB77-CB1536E3B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801600"/>
            <a:ext cx="22707600" cy="25400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F6B11F54-09D4-E98D-A7F5-58A5EEC21112}"/>
              </a:ext>
            </a:extLst>
          </p:cNvPr>
          <p:cNvSpPr txBox="1"/>
          <p:nvPr/>
        </p:nvSpPr>
        <p:spPr>
          <a:xfrm>
            <a:off x="19532600" y="11163300"/>
            <a:ext cx="4013200" cy="13716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16199"/>
              </a:lnSpc>
            </a:pPr>
            <a:r>
              <a:rPr lang="ko-KR" sz="3857" b="0" i="0" u="none" strike="noStrike" dirty="0">
                <a:solidFill>
                  <a:srgbClr val="FFFFFF"/>
                </a:solidFill>
                <a:ea typeface="Pretendard Regular"/>
              </a:rPr>
              <a:t>이름</a:t>
            </a:r>
            <a:r>
              <a:rPr lang="en-US" sz="3857" b="0" i="0" u="none" strike="noStrike" dirty="0">
                <a:solidFill>
                  <a:srgbClr val="FFFFFF"/>
                </a:solidFill>
                <a:latin typeface="Pretendard Regular"/>
              </a:rPr>
              <a:t> : </a:t>
            </a:r>
            <a:r>
              <a:rPr lang="ko-KR" sz="3857" b="0" i="0" u="none" strike="noStrike" dirty="0">
                <a:solidFill>
                  <a:srgbClr val="FFFFFF"/>
                </a:solidFill>
                <a:ea typeface="Pretendard Regular"/>
              </a:rPr>
              <a:t>김규태</a:t>
            </a:r>
          </a:p>
          <a:p>
            <a:pPr lvl="0" algn="r">
              <a:lnSpc>
                <a:spcPct val="116199"/>
              </a:lnSpc>
            </a:pPr>
            <a:r>
              <a:rPr lang="ko-KR" sz="3857" b="0" i="0" u="none" strike="noStrike" dirty="0">
                <a:solidFill>
                  <a:srgbClr val="FFFFFF"/>
                </a:solidFill>
                <a:ea typeface="Pretendard Regular"/>
              </a:rPr>
              <a:t>학번</a:t>
            </a:r>
            <a:r>
              <a:rPr lang="en-US" altLang="ko-KR" sz="3857" b="0" i="0" u="none" strike="noStrike" dirty="0">
                <a:solidFill>
                  <a:srgbClr val="FFFFFF"/>
                </a:solidFill>
                <a:ea typeface="Pretendard Regular"/>
              </a:rPr>
              <a:t> </a:t>
            </a:r>
            <a:r>
              <a:rPr lang="en-US" sz="3857" b="0" i="0" u="none" strike="noStrike" dirty="0">
                <a:solidFill>
                  <a:srgbClr val="FFFFFF"/>
                </a:solidFill>
                <a:latin typeface="Pretendard Regular"/>
              </a:rPr>
              <a:t>: 2020575009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D1EC8BB4-02F0-C96C-4945-12FF21F8134A}"/>
              </a:ext>
            </a:extLst>
          </p:cNvPr>
          <p:cNvSpPr txBox="1"/>
          <p:nvPr/>
        </p:nvSpPr>
        <p:spPr>
          <a:xfrm>
            <a:off x="6070600" y="4762500"/>
            <a:ext cx="12230100" cy="29337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16523" b="0" i="0" u="none" strike="noStrike" dirty="0">
                <a:solidFill>
                  <a:srgbClr val="FFFFFF"/>
                </a:solidFill>
                <a:ea typeface="S-Core Dream 3 Light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775700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7223</TotalTime>
  <Words>215</Words>
  <Application>Microsoft Office PowerPoint</Application>
  <PresentationFormat>사용자 지정</PresentationFormat>
  <Paragraphs>45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7" baseType="lpstr">
      <vt:lpstr>Pretendard Light</vt:lpstr>
      <vt:lpstr>Pretendard Regular</vt:lpstr>
      <vt:lpstr>S-Core Dream 3 Light</vt:lpstr>
      <vt:lpstr>S-Core Dream 4 Regular</vt:lpstr>
      <vt:lpstr>S-Core Dream 5 Medium</vt:lpstr>
      <vt:lpstr>S-Core Dream 6 Bold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규태 김</cp:lastModifiedBy>
  <cp:revision>7</cp:revision>
  <dcterms:created xsi:type="dcterms:W3CDTF">2006-08-16T00:00:00Z</dcterms:created>
  <dcterms:modified xsi:type="dcterms:W3CDTF">2025-11-21T20:37:18Z</dcterms:modified>
  <cp:version/>
</cp:coreProperties>
</file>